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409" r:id="rId4"/>
    <p:sldId id="256" r:id="rId5"/>
    <p:sldId id="286" r:id="rId6"/>
    <p:sldId id="296" r:id="rId7"/>
    <p:sldId id="297" r:id="rId8"/>
    <p:sldId id="298" r:id="rId9"/>
    <p:sldId id="299" r:id="rId10"/>
    <p:sldId id="411" r:id="rId11"/>
    <p:sldId id="412" r:id="rId12"/>
    <p:sldId id="413" r:id="rId13"/>
    <p:sldId id="414" r:id="rId14"/>
    <p:sldId id="415" r:id="rId15"/>
    <p:sldId id="416" r:id="rId16"/>
    <p:sldId id="300" r:id="rId17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82B"/>
    <a:srgbClr val="E97F32"/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85"/>
    <p:restoredTop sz="94658"/>
  </p:normalViewPr>
  <p:slideViewPr>
    <p:cSldViewPr snapToGrid="0">
      <p:cViewPr>
        <p:scale>
          <a:sx n="90" d="100"/>
          <a:sy n="90" d="100"/>
        </p:scale>
        <p:origin x="52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png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27-04-26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025777"/>
            <a:ext cx="1026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E06:	Selección de Características</a:t>
            </a:r>
          </a:p>
          <a:p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I1I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313AD9-FB76-5B39-FDE3-02C1A0673E49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83696-9EC3-5EAA-42CA-C97B3AF6DCC2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16" name="Picture 15" descr="Screen Shot 2014-07-28 at 3.30.32 PM.png">
            <a:extLst>
              <a:ext uri="{FF2B5EF4-FFF2-40B4-BE49-F238E27FC236}">
                <a16:creationId xmlns:a16="http://schemas.microsoft.com/office/drawing/2014/main" id="{388CBE50-EF02-7AE8-3A76-AE0E5FB5D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E6ED2F0-8213-81F2-AE9E-2E272437C75A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2D8FD-78CA-60B5-3801-27A555922101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7FC66-CA23-63DD-EA97-E161CAAED0A8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4C79FF-4B28-5ECA-240A-83B096DB7FB8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F39B26-B75D-1F53-93C6-2D8DFE02195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7D7CB6-4028-D980-540B-3A98AE65F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872" y="3515608"/>
            <a:ext cx="3902687" cy="2658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D75BEA-4D66-FAD8-6B71-03ED237E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7466C-8519-F823-F921-752112937A4D}"/>
              </a:ext>
            </a:extLst>
          </p:cNvPr>
          <p:cNvSpPr txBox="1"/>
          <p:nvPr/>
        </p:nvSpPr>
        <p:spPr>
          <a:xfrm>
            <a:off x="1719544" y="258585"/>
            <a:ext cx="82333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Reconocedor de 10 dígitos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E57981-1B21-3E58-D75A-A258363127D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1B43EA-673C-441B-E475-4C803952871A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1E82CD-249B-59FC-E180-46E467C18F87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D1709C-965E-1660-AA60-30C74B6D5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876" y="1625175"/>
            <a:ext cx="9052560" cy="4680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12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A02B-B68D-A7F9-B122-993B4B6D7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782" y="105060"/>
            <a:ext cx="9667270" cy="664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48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E6D48E-7E37-B74D-8B04-DC91E8A0E09A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13D0C9C-71E0-7246-81AC-03006E9CAE30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863649-5FC6-6D4B-8829-AB000041A0F2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C45AE5-249E-A74B-A888-6ACD84B9BB4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5F04E49-C1A7-5243-B82B-8EF1018BFD8B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5D0504-00EC-3D46-9F45-717631A2011B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5E2FA02-B069-3149-AFBA-C5FF580D5936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140BA2-2AFF-3649-875B-09D895D04EC1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FD7DA71-0067-CB4E-9683-61FD4F07DEFC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376F1E8-F01F-3B4D-97BA-AB1521AD7D1E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9DC4DB-6672-E944-9F12-F4F20CDA19B2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1E2462F-23DF-9242-984C-6AF20E9EE768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44DFF4-2630-B841-9C39-088F788FE967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69E2336-1BB2-D544-9AE5-B4067E653BF9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97078E9-628A-BB4E-A204-3A7820B0DF6D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20AE725-03F9-CE4F-837E-27D4EE206339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3B2209D-1185-2842-8D3C-DA7D3748697F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8A2615-5FC3-1F47-B17A-69CE522BAF19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7FFF02D-A8ED-8843-B31A-AFDE69261198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AC7B1FE-334F-124C-934E-77034DF2DBEC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5D38A5-3B9C-7543-A955-FFF40ADEF916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D0A7CEE-47E4-2748-B000-EF8B6F820E06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956118C5-F9B0-1C40-AFF9-7E747A23455B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2E0B8C0-6F9D-E94B-8071-7418C32DEE4D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4DFC47A-7FA8-6847-AFC2-E13C5EEC3B31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BC6856AA-62D8-5647-A322-98178AF41D4A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8E6A699-C147-394B-A3BC-3C60E525E80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6EAAEC3-0FDE-D04F-A4AE-687FD0C3B25D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602F283-7EAF-2C48-8D38-E293B7B43324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C0AFF82-2FA7-094D-A8E3-C6AFCA08FE44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B3FAC02-6FE3-044A-BFF1-9D1076514340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7956D393-E893-E84E-B03E-920AF5D64E97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3517EFD-B9EB-8846-A1CB-CF503A7E8BB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0086021-8CB2-EC47-AD49-94705C6D6C8E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D38ABA-5393-9045-8FC6-7871AF55F7C2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3A48E1-28AE-D44D-8AFE-840C09CEB274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EE689BD-4868-6946-B507-A1ED7FF02394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2635A68-5893-AF4B-A04D-95A1CEB0CBBF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A67F10A-889D-884D-B2BD-6EC9996BC823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7758896A-886A-4E44-B6B1-1D01A4B7575E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9E565A0-2D0E-3B4C-991D-7E73A986F59F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1DBAA2-C401-C646-8DA7-A1AF1197467E}"/>
              </a:ext>
            </a:extLst>
          </p:cNvPr>
          <p:cNvSpPr txBox="1"/>
          <p:nvPr/>
        </p:nvSpPr>
        <p:spPr>
          <a:xfrm>
            <a:off x="7896049" y="5598484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2EDCCCC-EFBD-E04F-ACAB-EA6269E703E9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3C570D5-5AB9-554D-9622-8BF850E4EDC6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DC78A1B-05A8-CF41-BA5D-3DE9A7AF9C97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7448682-A88E-A747-BE4A-FB6202575552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6E1A03-BAC5-1C4F-B1CE-D4905FC43277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6FC68BF-43DC-6243-8452-A50230DB79A4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D6245014-14D6-C143-B4C3-FE77B9AFDDB0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5135C3-AB43-234E-B1C5-B2E594063736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6E45EF7-A74F-764B-845D-25E2B419A534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EBC519D-A356-DA43-BD1D-5C1EE85DFB4F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9CCAA7F-8669-5A45-AA9A-1A08BE310B6C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E41243F-0E51-9941-82F3-35550EC028B5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6A8F62-328D-3226-7C09-D75C6370A98F}"/>
              </a:ext>
            </a:extLst>
          </p:cNvPr>
          <p:cNvSpPr txBox="1"/>
          <p:nvPr/>
        </p:nvSpPr>
        <p:spPr>
          <a:xfrm>
            <a:off x="1162594" y="1922428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545A29-0598-FC19-1BE3-14A2F0863819}"/>
              </a:ext>
            </a:extLst>
          </p:cNvPr>
          <p:cNvSpPr txBox="1"/>
          <p:nvPr/>
        </p:nvSpPr>
        <p:spPr>
          <a:xfrm>
            <a:off x="1159509" y="3953197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</p:spTree>
    <p:extLst>
      <p:ext uri="{BB962C8B-B14F-4D97-AF65-F5344CB8AC3E}">
        <p14:creationId xmlns:p14="http://schemas.microsoft.com/office/powerpoint/2010/main" val="176362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78DA-1F9D-A933-5B42-097AF21F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F4C99A-D6B5-E6FD-4EF7-A9A70308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F97312-F631-88E6-607C-737F5ED04E8E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endParaRPr lang="en-CL" sz="4000" b="1" dirty="0">
              <a:solidFill>
                <a:srgbClr val="E9710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0028C0-6767-8E7C-280C-7589C97B7E86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AEFCA6-CAC0-20B4-58DD-F2E6E6805D87}"/>
              </a:ext>
            </a:extLst>
          </p:cNvPr>
          <p:cNvSpPr txBox="1"/>
          <p:nvPr/>
        </p:nvSpPr>
        <p:spPr>
          <a:xfrm>
            <a:off x="3534727" y="337593"/>
            <a:ext cx="5171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b="1" dirty="0">
                <a:solidFill>
                  <a:srgbClr val="E97109"/>
                </a:solidFill>
              </a:rPr>
              <a:t>PASO INICIAL : Cargar Balu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7E9DA-2BA4-88A0-3CCE-48F7A3EE1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6" y="1191786"/>
            <a:ext cx="10245421" cy="447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13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5E84-514A-1244-B465-F4C6EDB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7161-9A34-F4EE-16A2-266771A2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B009C8-FD2F-79D1-0CBB-9EDC114061B6}"/>
              </a:ext>
            </a:extLst>
          </p:cNvPr>
          <p:cNvSpPr txBox="1"/>
          <p:nvPr/>
        </p:nvSpPr>
        <p:spPr>
          <a:xfrm>
            <a:off x="1719544" y="258585"/>
            <a:ext cx="6442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 &gt; P01: </a:t>
            </a:r>
            <a:r>
              <a:rPr lang="en-CL" sz="4000" b="1" dirty="0">
                <a:solidFill>
                  <a:srgbClr val="E97F32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Base de Datos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6E9E53-44AA-52AA-7C09-5DC7D57F8884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10A391-EC2F-C22D-CAA0-91D1816F9113}"/>
              </a:ext>
            </a:extLst>
          </p:cNvPr>
          <p:cNvSpPr txBox="1"/>
          <p:nvPr/>
        </p:nvSpPr>
        <p:spPr>
          <a:xfrm>
            <a:off x="1232265" y="8748854"/>
            <a:ext cx="19575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Gill Sans MT" panose="020B0502020104020203" pitchFamily="34" charset="77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Gill Sans MT" panose="020B0502020104020203" pitchFamily="34" charset="77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Gill Sans MT" panose="020B0502020104020203" pitchFamily="34" charset="77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DB2F-EED2-FC65-C7EB-135846599AD1}"/>
              </a:ext>
            </a:extLst>
          </p:cNvPr>
          <p:cNvSpPr txBox="1"/>
          <p:nvPr/>
        </p:nvSpPr>
        <p:spPr>
          <a:xfrm>
            <a:off x="7985605" y="8748854"/>
            <a:ext cx="20615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Gill Sans MT" panose="020B0502020104020203" pitchFamily="34" charset="77"/>
                <a:cs typeface="Consolas" panose="020B0609020204030204" pitchFamily="49" charset="0"/>
              </a:rPr>
              <a:t>Imagen Yk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FEE29F-A4C4-BE6D-F00A-65412080D4E2}"/>
              </a:ext>
            </a:extLst>
          </p:cNvPr>
          <p:cNvSpPr txBox="1"/>
          <p:nvPr/>
        </p:nvSpPr>
        <p:spPr>
          <a:xfrm>
            <a:off x="5599938" y="2023951"/>
            <a:ext cx="40543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latin typeface="Gill Sans MT" panose="020B0502020104020203" pitchFamily="34" charset="77"/>
              </a:rPr>
              <a:t>300 imágenes:</a:t>
            </a:r>
          </a:p>
          <a:p>
            <a:endParaRPr lang="en-CL" sz="2400" dirty="0">
              <a:latin typeface="Gill Sans MT" panose="020B0502020104020203" pitchFamily="34" charset="77"/>
            </a:endParaRPr>
          </a:p>
          <a:p>
            <a:r>
              <a:rPr lang="en-CL" sz="2400" dirty="0">
                <a:latin typeface="Gill Sans MT" panose="020B0502020104020203" pitchFamily="34" charset="77"/>
              </a:rPr>
              <a:t>30 imágenes binarias por dígito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1CEFCF-D210-F584-4A92-B509638399E3}"/>
              </a:ext>
            </a:extLst>
          </p:cNvPr>
          <p:cNvSpPr txBox="1"/>
          <p:nvPr/>
        </p:nvSpPr>
        <p:spPr>
          <a:xfrm>
            <a:off x="5599938" y="3598817"/>
            <a:ext cx="689323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Las primeras 21 de cada dígito se usan para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L" sz="2400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Las últimas 9 de cada dígito se usan para testing</a:t>
            </a:r>
          </a:p>
          <a:p>
            <a:endParaRPr lang="en-CL" sz="2400" dirty="0">
              <a:latin typeface="Gill Sans MT" panose="020B0502020104020203" pitchFamily="34" charset="77"/>
            </a:endParaRPr>
          </a:p>
          <a:p>
            <a:r>
              <a:rPr lang="en-CL" sz="2400" dirty="0">
                <a:latin typeface="Gill Sans MT" panose="020B0502020104020203" pitchFamily="34" charset="77"/>
              </a:rPr>
              <a:t>D_xx_nnn.png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xx = 00, 01, … 09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nnn = 000, 001, … 029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D0BEBF-8E83-C902-EB10-A2722BB3F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01" y="1590408"/>
            <a:ext cx="2764743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13EAF2-2749-7082-B0E7-3E1766AA9F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" y="1587863"/>
            <a:ext cx="19050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10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DB09-7246-2F1B-D8A4-2B1150C6D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8FBED9-F99C-6494-80D9-29F61CE8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1B507-05D3-D864-5EEC-BCEEF1384523}"/>
              </a:ext>
            </a:extLst>
          </p:cNvPr>
          <p:cNvSpPr txBox="1"/>
          <p:nvPr/>
        </p:nvSpPr>
        <p:spPr>
          <a:xfrm>
            <a:off x="1719544" y="258585"/>
            <a:ext cx="70984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P02: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Pruebas Iniciales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6A424-3E23-270F-0022-66DB46758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57" y="1332740"/>
            <a:ext cx="9350637" cy="504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85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78A1-BD48-61A2-8B0B-EDAD968C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5EFF02-3AE9-B94E-4DB6-0444F141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3BE6E2-194C-FF50-1934-163F4B590DA6}"/>
              </a:ext>
            </a:extLst>
          </p:cNvPr>
          <p:cNvSpPr txBox="1"/>
          <p:nvPr/>
        </p:nvSpPr>
        <p:spPr>
          <a:xfrm>
            <a:off x="1719544" y="258585"/>
            <a:ext cx="100960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Extracción de Características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3959E4-5E5C-9C1D-7BB0-174951141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133" y="1681301"/>
            <a:ext cx="1654894" cy="4104998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0828D16B-28CD-C38E-F1E3-958CE5AAEC1E}"/>
              </a:ext>
            </a:extLst>
          </p:cNvPr>
          <p:cNvSpPr/>
          <p:nvPr/>
        </p:nvSpPr>
        <p:spPr>
          <a:xfrm>
            <a:off x="3212918" y="3526971"/>
            <a:ext cx="470263" cy="4654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BBC1B0-69F4-1B5A-808A-D6E868654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178" y="1201640"/>
            <a:ext cx="7772400" cy="506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5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8594-4C6A-2C05-587C-00F286D8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DAF4B5-896D-9C60-0B2D-5C63D9A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B15729-9FEB-E567-48E9-2AA9C8EECF8D}"/>
              </a:ext>
            </a:extLst>
          </p:cNvPr>
          <p:cNvSpPr txBox="1"/>
          <p:nvPr/>
        </p:nvSpPr>
        <p:spPr>
          <a:xfrm>
            <a:off x="1719544" y="258585"/>
            <a:ext cx="100200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Separación Training / Testing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24A3A7AD-ED09-8666-9165-C99ADFA22F1B}"/>
              </a:ext>
            </a:extLst>
          </p:cNvPr>
          <p:cNvSpPr/>
          <p:nvPr/>
        </p:nvSpPr>
        <p:spPr>
          <a:xfrm>
            <a:off x="8280787" y="207642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A3D281BA-17B7-E10A-F8E6-FDFBFB6AD321}"/>
              </a:ext>
            </a:extLst>
          </p:cNvPr>
          <p:cNvSpPr/>
          <p:nvPr/>
        </p:nvSpPr>
        <p:spPr>
          <a:xfrm>
            <a:off x="8275630" y="262932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D68406-4B9F-13DF-085B-70ED32C51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69" y="1327150"/>
            <a:ext cx="7772400" cy="506432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6503B3D5-16B5-DCF7-53F0-2B7F1D3A222E}"/>
              </a:ext>
            </a:extLst>
          </p:cNvPr>
          <p:cNvSpPr/>
          <p:nvPr/>
        </p:nvSpPr>
        <p:spPr>
          <a:xfrm>
            <a:off x="8275869" y="3153056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0D96DC-9497-3997-6D51-F50104010FF9}"/>
              </a:ext>
            </a:extLst>
          </p:cNvPr>
          <p:cNvSpPr/>
          <p:nvPr/>
        </p:nvSpPr>
        <p:spPr>
          <a:xfrm>
            <a:off x="8270712" y="3705962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73251F75-21CF-0577-AB6D-27BF359A1F88}"/>
              </a:ext>
            </a:extLst>
          </p:cNvPr>
          <p:cNvSpPr/>
          <p:nvPr/>
        </p:nvSpPr>
        <p:spPr>
          <a:xfrm>
            <a:off x="8280785" y="421986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DD5A6B83-AC2C-605B-F93E-1132AB3BCF99}"/>
              </a:ext>
            </a:extLst>
          </p:cNvPr>
          <p:cNvSpPr/>
          <p:nvPr/>
        </p:nvSpPr>
        <p:spPr>
          <a:xfrm>
            <a:off x="8275628" y="477276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A1723801-4247-4D58-15C2-A5F27878651F}"/>
              </a:ext>
            </a:extLst>
          </p:cNvPr>
          <p:cNvSpPr/>
          <p:nvPr/>
        </p:nvSpPr>
        <p:spPr>
          <a:xfrm>
            <a:off x="8266036" y="5325989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9E12CC62-CA0A-7846-3E85-F1960FFFAB08}"/>
              </a:ext>
            </a:extLst>
          </p:cNvPr>
          <p:cNvSpPr/>
          <p:nvPr/>
        </p:nvSpPr>
        <p:spPr>
          <a:xfrm>
            <a:off x="8260879" y="5878895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4A7890-845F-22CC-6DD9-41AB5B4AB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234" y="994885"/>
            <a:ext cx="7132320" cy="26687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1929FE-B1C6-4C58-FDF5-B05A91EAA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072749"/>
            <a:ext cx="6926580" cy="2578848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E95724-0885-FBE3-BE43-0646D1ACE491}"/>
              </a:ext>
            </a:extLst>
          </p:cNvPr>
          <p:cNvCxnSpPr/>
          <p:nvPr/>
        </p:nvCxnSpPr>
        <p:spPr>
          <a:xfrm flipV="1">
            <a:off x="8408270" y="1857375"/>
            <a:ext cx="504964" cy="385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5441DD-2A5A-43BB-B728-EE07A45D4574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8398197" y="2329258"/>
            <a:ext cx="515037" cy="1099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C2CFC3A-7ECD-8F35-B2DF-D23A3C816A57}"/>
              </a:ext>
            </a:extLst>
          </p:cNvPr>
          <p:cNvCxnSpPr>
            <a:cxnSpLocks/>
          </p:cNvCxnSpPr>
          <p:nvPr/>
        </p:nvCxnSpPr>
        <p:spPr>
          <a:xfrm flipV="1">
            <a:off x="8408270" y="2814357"/>
            <a:ext cx="494889" cy="1600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02C954-B98B-F247-4D7F-103A9D1EE208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8393521" y="3367263"/>
            <a:ext cx="562442" cy="2142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A38303-DBC3-537A-A6F1-5E4D6DBC3524}"/>
              </a:ext>
            </a:extLst>
          </p:cNvPr>
          <p:cNvCxnSpPr>
            <a:cxnSpLocks/>
          </p:cNvCxnSpPr>
          <p:nvPr/>
        </p:nvCxnSpPr>
        <p:spPr>
          <a:xfrm>
            <a:off x="8398197" y="2814357"/>
            <a:ext cx="557766" cy="201596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45CEC2-41C4-23FC-A756-0B0D143401F8}"/>
              </a:ext>
            </a:extLst>
          </p:cNvPr>
          <p:cNvCxnSpPr>
            <a:cxnSpLocks/>
          </p:cNvCxnSpPr>
          <p:nvPr/>
        </p:nvCxnSpPr>
        <p:spPr>
          <a:xfrm>
            <a:off x="8412946" y="3877838"/>
            <a:ext cx="562923" cy="143758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64B133-8B40-84A5-CC62-5FE1CA608C79}"/>
              </a:ext>
            </a:extLst>
          </p:cNvPr>
          <p:cNvCxnSpPr>
            <a:cxnSpLocks/>
            <a:stCxn id="14" idx="1"/>
          </p:cNvCxnSpPr>
          <p:nvPr/>
        </p:nvCxnSpPr>
        <p:spPr>
          <a:xfrm>
            <a:off x="8403113" y="4956159"/>
            <a:ext cx="510121" cy="8834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42066F5-B3D7-6D8C-DF4F-E91BA277AC9A}"/>
              </a:ext>
            </a:extLst>
          </p:cNvPr>
          <p:cNvCxnSpPr>
            <a:cxnSpLocks/>
            <a:stCxn id="16" idx="1"/>
          </p:cNvCxnSpPr>
          <p:nvPr/>
        </p:nvCxnSpPr>
        <p:spPr>
          <a:xfrm>
            <a:off x="8388364" y="6062288"/>
            <a:ext cx="567599" cy="37830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6635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C22CD-0660-EE4A-A43A-FDE668A4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B02DDC-B6E2-336B-1410-228F25453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F6B1C1-86D1-B634-91CE-401346D0677F}"/>
              </a:ext>
            </a:extLst>
          </p:cNvPr>
          <p:cNvSpPr txBox="1"/>
          <p:nvPr/>
        </p:nvSpPr>
        <p:spPr>
          <a:xfrm>
            <a:off x="1719544" y="258585"/>
            <a:ext cx="100200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Separación Training / Testing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2CFD00C-6AB6-9375-DA43-7B5AB13BBF8E}"/>
              </a:ext>
            </a:extLst>
          </p:cNvPr>
          <p:cNvSpPr/>
          <p:nvPr/>
        </p:nvSpPr>
        <p:spPr>
          <a:xfrm>
            <a:off x="3894516" y="207642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C77E669-4F03-49C0-6F86-8C7E535696AE}"/>
              </a:ext>
            </a:extLst>
          </p:cNvPr>
          <p:cNvSpPr/>
          <p:nvPr/>
        </p:nvSpPr>
        <p:spPr>
          <a:xfrm>
            <a:off x="3889359" y="262932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C4F48D-F7FE-429E-7F55-27DDD8E2D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23602" y="1327150"/>
            <a:ext cx="7772400" cy="506432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82296EB1-A49E-713D-0C75-FB852ACDA3FE}"/>
              </a:ext>
            </a:extLst>
          </p:cNvPr>
          <p:cNvSpPr/>
          <p:nvPr/>
        </p:nvSpPr>
        <p:spPr>
          <a:xfrm>
            <a:off x="3889598" y="3153056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C8545E41-36C0-B9D1-50AA-51CCF551DC9C}"/>
              </a:ext>
            </a:extLst>
          </p:cNvPr>
          <p:cNvSpPr/>
          <p:nvPr/>
        </p:nvSpPr>
        <p:spPr>
          <a:xfrm>
            <a:off x="3884441" y="3705962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0C13EAB-8908-8E37-B5C0-EEFF95D3E390}"/>
              </a:ext>
            </a:extLst>
          </p:cNvPr>
          <p:cNvSpPr/>
          <p:nvPr/>
        </p:nvSpPr>
        <p:spPr>
          <a:xfrm>
            <a:off x="3894514" y="421986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84D09506-159A-A155-F7CB-A3FBB7068A6D}"/>
              </a:ext>
            </a:extLst>
          </p:cNvPr>
          <p:cNvSpPr/>
          <p:nvPr/>
        </p:nvSpPr>
        <p:spPr>
          <a:xfrm>
            <a:off x="3889357" y="477276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FF7E3FB1-A2ED-BB61-24EE-B3457598522C}"/>
              </a:ext>
            </a:extLst>
          </p:cNvPr>
          <p:cNvSpPr/>
          <p:nvPr/>
        </p:nvSpPr>
        <p:spPr>
          <a:xfrm>
            <a:off x="3879765" y="5325989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2A0A7676-F7D1-3E0C-BBD5-9E5A9921A6BA}"/>
              </a:ext>
            </a:extLst>
          </p:cNvPr>
          <p:cNvSpPr/>
          <p:nvPr/>
        </p:nvSpPr>
        <p:spPr>
          <a:xfrm>
            <a:off x="3874608" y="5878895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23F777-D8C8-36C9-4FC0-6A4201A6D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963" y="994885"/>
            <a:ext cx="7132320" cy="26687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C59942C-F351-1DEF-CEA0-5BCD0CC9C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4849" y="4072749"/>
            <a:ext cx="6898014" cy="2568212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01917D-610F-1E79-973B-E5300F25E39B}"/>
              </a:ext>
            </a:extLst>
          </p:cNvPr>
          <p:cNvCxnSpPr/>
          <p:nvPr/>
        </p:nvCxnSpPr>
        <p:spPr>
          <a:xfrm flipV="1">
            <a:off x="4021999" y="1857375"/>
            <a:ext cx="504964" cy="385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B626CA-C100-4E0F-B4C6-707F05E4E250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4011926" y="2329258"/>
            <a:ext cx="515037" cy="1099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0CCCD4-C91D-106E-E25E-D1938A346666}"/>
              </a:ext>
            </a:extLst>
          </p:cNvPr>
          <p:cNvCxnSpPr>
            <a:cxnSpLocks/>
          </p:cNvCxnSpPr>
          <p:nvPr/>
        </p:nvCxnSpPr>
        <p:spPr>
          <a:xfrm flipV="1">
            <a:off x="4021999" y="2814357"/>
            <a:ext cx="494889" cy="1600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BCF0F0-3C7A-FA15-B188-CF66B5530C90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4007250" y="3367263"/>
            <a:ext cx="562442" cy="2142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B1E8252-210C-0F60-7AAB-3B50DC3BFB77}"/>
              </a:ext>
            </a:extLst>
          </p:cNvPr>
          <p:cNvCxnSpPr>
            <a:cxnSpLocks/>
          </p:cNvCxnSpPr>
          <p:nvPr/>
        </p:nvCxnSpPr>
        <p:spPr>
          <a:xfrm>
            <a:off x="4011926" y="2814357"/>
            <a:ext cx="557766" cy="201596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6193A11-B01C-A9FD-D0F8-6DA24C009650}"/>
              </a:ext>
            </a:extLst>
          </p:cNvPr>
          <p:cNvCxnSpPr>
            <a:cxnSpLocks/>
          </p:cNvCxnSpPr>
          <p:nvPr/>
        </p:nvCxnSpPr>
        <p:spPr>
          <a:xfrm>
            <a:off x="4026675" y="3877838"/>
            <a:ext cx="562923" cy="143758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124E3D-8A32-173D-CFE1-EDD1F32E4AD8}"/>
              </a:ext>
            </a:extLst>
          </p:cNvPr>
          <p:cNvCxnSpPr>
            <a:cxnSpLocks/>
            <a:stCxn id="14" idx="1"/>
          </p:cNvCxnSpPr>
          <p:nvPr/>
        </p:nvCxnSpPr>
        <p:spPr>
          <a:xfrm>
            <a:off x="4016842" y="4956159"/>
            <a:ext cx="510121" cy="8834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3472342-9DA6-C75E-95A2-0EDF608A2917}"/>
              </a:ext>
            </a:extLst>
          </p:cNvPr>
          <p:cNvCxnSpPr>
            <a:cxnSpLocks/>
            <a:stCxn id="16" idx="1"/>
          </p:cNvCxnSpPr>
          <p:nvPr/>
        </p:nvCxnSpPr>
        <p:spPr>
          <a:xfrm>
            <a:off x="4002093" y="6062288"/>
            <a:ext cx="567599" cy="37830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4138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7919-726E-5E19-7EE7-7B85EAA7D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50C069-6988-DC37-27D1-7F40114A1C61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13940C1-79EE-3931-BCD8-C8C78F945E80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CC826DA-37DF-F646-C85B-200584CA1419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377C70-6CF4-60BF-4AA0-54E2F232A61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2D4632E-41F5-4BF4-0101-968DF9A720E1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AED5D4-B52E-703E-E218-3E517F62AD52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0B8A32-6337-D678-AA90-8091800A4EA1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CD2CE54-FCD5-0190-5FE1-9E99CDE0922F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055440-38D9-D669-3BB5-3900FEC682A5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AA751BA-D6BA-5E4D-BD5D-A298624FF643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E994A4E-FFF0-0BD4-7124-F30A1FB57F54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7B2AC7-3332-4A78-B8FA-510139384F6C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32F5C3-E135-1BD9-26BB-BA308E264FB0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B3276-18FD-5942-E8D7-CFB62F7229CB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F7CC4EC-1D0F-C41E-FA04-EDAC190C0A58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8C20A85-2B48-FB60-FB29-AFF57FB1DA4D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BF98A7F-C762-D637-369D-5AECA7A260F2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6168FE8-10A1-F6E6-5829-24220F09EA31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AA03CB15-C550-14FF-060B-E893B61F0A50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E772363-1435-BFEA-1A98-61D6D4C2FB4F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AEF16E-4524-7619-4504-CB25E1DCC639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D06BE51B-5541-CD3B-FF91-57A1C3018B59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3274F0B-FDB7-7AB5-1FE0-064D858F12A5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ACF0AD0-F03D-A542-8781-4E0D60C3578D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E244E24-161C-31A1-B194-188E15CE201B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ECAA9462-0EBD-1916-8E47-6584E126FBEB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CE5743A7-F1FD-A17A-F5ED-55CF6697AD2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23CDF2E-8ABB-8C60-8802-7E1063D6EC32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A0FE9DE-8203-3659-B139-E03247F4E05E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6C66853-9DBB-6F49-A86F-B6B74D9A4E20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B505B3F-48C5-F5ED-0EEA-0D7C7D581776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B3890C2E-8A05-4177-F1F3-C98D42993F44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ED3EE95B-2D23-072F-3C15-793FB88B9B76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AB9988D-29F1-23DF-C7BA-63C2CEAF7A30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8053807-0EB8-5C76-B860-0FD39A753D4B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F789C0-9F5A-EBF3-40EC-CC490B783B1F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45C46A-4EBD-A879-EB3C-AFB1056D8B69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AC2F238-B8BA-6AD7-7EBC-9F47B19F073A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2A1AE8-4DDC-033D-249F-DB4A7BB69B39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2DAB68D-D891-D092-9980-8EEC99FD1012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5B9F534-4458-10FC-33F9-D97428EB036C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0164B4-EDA1-58D8-F80C-E7DB52D3302D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E07EBA-49D5-9EB9-DCA1-D339F42EB7D8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7741DB8-8B3E-AC9D-76E0-8D2807C1097E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B2429E24-5F4C-F33A-C177-84DBD7534B5A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398E9E7-D184-2301-E6C7-6DAD4E48C53A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19297CF-0413-F8DC-BEB2-6F63CDC64E7A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6FE50D5-9A95-F0AC-CA5D-90A019650191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2AA6716-45DA-F040-9E9E-AC13C9C7008F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21F1979-A182-E71C-A676-97415D4206E0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AC1D682-45EA-B7F5-4302-1345DE2FA322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28AEDA1-F88B-39C7-63FA-9FADAF8C1C29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1ED5E9E-8574-B678-91C0-FC7FBA8AFA6C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6CB5A7B-6948-849B-7E79-B97B06996FCD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21C4ED-465C-7C2C-A487-A4C18708B628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B0AF8-0D15-1344-14A1-D83AFBE32EFC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4AECF0-912D-0179-BCF0-88D1F694F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B14796-1658-E9EC-5FE7-D4CC1023B36A}"/>
              </a:ext>
            </a:extLst>
          </p:cNvPr>
          <p:cNvSpPr txBox="1"/>
          <p:nvPr/>
        </p:nvSpPr>
        <p:spPr>
          <a:xfrm>
            <a:off x="1719544" y="258585"/>
            <a:ext cx="46730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287CCC-0FDB-6627-CBA1-98298B2D2E5B}"/>
              </a:ext>
            </a:extLst>
          </p:cNvPr>
          <p:cNvSpPr/>
          <p:nvPr/>
        </p:nvSpPr>
        <p:spPr>
          <a:xfrm>
            <a:off x="3818972" y="1800224"/>
            <a:ext cx="1320479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10007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D357-A29A-FB11-D4B6-9E6CAA38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F42C85-7E6D-C8E5-F311-CACC29839DD7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26CC67-74AA-7C5B-F218-30F8454DFDCA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AD7A93-2841-7909-68E4-A638E8C76DB6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2E1-2F3D-4E4B-C0BA-9F1D95B07842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420605-E438-35FE-BB26-99CC8D1A3526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A21B649-FC5E-4DA2-496A-DEA074681C4A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441487-EC2E-CD78-F885-96B1FDF7D418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3358CB-2957-A58F-6569-0119935F71F4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6D9346F-AC17-C241-BAC9-7CE97CA92F9D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9448166-4BAD-00F0-DD2A-63A139829D12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D39756-D6C9-68B5-1448-9F42DBC55C8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81F0FA0-EC44-938D-25CA-B864154EDA5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CFD873E-BBB5-1C8A-8238-195C73EF762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D1BE612-9913-4936-087C-0DF3B6E2C01D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012016AD-F702-DEF9-5339-D8264B333133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8006CE9-41E8-8534-7CCA-A902E0B7EC0D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400FC17-EE38-73F9-CC00-CE75C2FB42C8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09A56D-2BDF-504D-056E-11CE456A0638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CAFA5483-6D6D-904F-F308-BBB8BBC45D63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F525E16-BCCC-0E84-34B9-14FD31CB7A8B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72DAD-A7BB-94DF-E534-694B13C0C1EE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0E3A303-D100-8B34-FB74-E6E9CE552B24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D98456E-BE38-FF9C-663C-48E7DF76F327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3FAE3C2-EF43-5005-E4CB-97EE03B327FE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12A39A8-8254-E750-5CC6-0518BEA86EFA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2E17DC10-1DDD-BDC2-4976-7826837A7BF3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A9D60B2F-49ED-FCB6-AC66-C42B76286CC7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5D2EA508-FD20-9ECD-30CB-8A86FCEB7DDD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4B739DA-EE0A-FB8E-A2A4-871242EE414B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DF9296D-6A63-2066-E04A-C37C26A13035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B7292B3C-AA68-BB10-C370-60CD4162D44D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321A8096-54EC-CDA3-DDB9-194611FDFA3F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5A6AEC2E-7032-337A-6F90-483A4034DEF2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F25F18-DCFD-FB06-97F2-42B3A7175C13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8A24E06-8F50-D3EE-34CF-B6C18AE1C6A1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811CF45-3E40-4F7B-984C-F87C722C2069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7AC59CC-2F76-E501-49EF-056B7923BC1B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8752E7D-AE5A-1BC4-DBA8-CFAC485BA1F6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F15B9AD-825C-30E7-4522-3E49A80B7861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26D8D4D-7E52-D032-126A-8C3395241DD8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107EA24-B1F5-E53A-8635-6B2331E76C0F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86E651F-2293-AF4D-3C75-C9BC0C2DD39B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C60C9A3-7218-613B-87CD-64251678F5A1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73D4180-2F27-8D24-A092-FB2FCE2BFCCB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81A1DAE-3CE5-020D-B517-7D429417A5BE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FCB3AFD-E4E8-9486-0904-F36458657922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9F2A2BB-191C-F3E5-D09F-BF9FF564F22B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C1728FB1-A4B6-FB7E-0B4F-6CB9A986D4C0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89BEBFD-9467-206F-6039-F77BE162CBDF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075EB667-20AA-4EB8-9067-A64F8DC90EBE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0AACBAF-13D5-B8F8-5551-0EFB4F1572E7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F5D3C9C-7376-18A0-5B9C-E995B03CA131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F54C69-1AA0-EBF2-BB6B-84F306D3A41C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7A0D29-4B43-4AEB-82E8-6A9D14676C4C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D3CF14-7F25-5019-8080-F6BCABEEF2F9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5F329-5FBD-F294-922A-F6106914A819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421478-32A4-F7C1-00F1-704893616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57AB39-F141-298B-D381-F41F15F991D3}"/>
              </a:ext>
            </a:extLst>
          </p:cNvPr>
          <p:cNvSpPr txBox="1"/>
          <p:nvPr/>
        </p:nvSpPr>
        <p:spPr>
          <a:xfrm>
            <a:off x="1719544" y="258585"/>
            <a:ext cx="71709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CC733F4-D7DE-385B-4BDA-64C9396122E1}"/>
              </a:ext>
            </a:extLst>
          </p:cNvPr>
          <p:cNvSpPr/>
          <p:nvPr/>
        </p:nvSpPr>
        <p:spPr>
          <a:xfrm>
            <a:off x="5276302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645666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F5956-FCD0-EF2A-DD6F-C312E009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846F54-2188-9247-A2B3-A1020ABF3969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096A9DA-DBAE-C5F3-6A9B-E51869E64C86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BC69061-34DC-5A7D-87E1-5852B2C16A3D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A135B8-E79A-2DCE-1972-5BDFA5C951D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E3D66CF-DA0D-36D7-0B60-7932F5B4B007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BC55A3B-DBB0-35F5-D17D-4467BE2CB85B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3A7BEC-25EE-CCA8-E874-A22C3A2FBEEE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402B885-C3E4-31AE-2EAD-52AA988C9356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ED506F1-DF14-9898-331E-AF3AFCCC0347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09F096-64C7-AF02-9F60-517E9CFBF896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EE1F9B7-FABD-AFB0-FF7C-AE886D03B577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A0842AB-434B-4E9B-AFBC-A8D83CEC363A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D4BAD0A-9E21-A10D-8FFA-8F4DAB89D4A0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1A5B2D2-6B2A-E3AD-E5B9-FD5C73BF0CAC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F293C558-A812-8701-623F-3E0D61DF3BE0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7A667AAC-6260-E460-5CD0-55F62A4CA4BC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59BF3F-84F0-1D5C-3CAC-DC3A58DFE1CA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4F234C-197C-496A-5FD8-B83E8DE07280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694AE6DE-7BC6-3181-EE98-B46175C1DB6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6D4D400-DEEE-EFA0-492C-59D634C155EE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F8D342-5131-4980-D01F-CD943CCE9FA0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1646C648-96C3-035B-76EC-B995E02AB829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E29308C-D0E8-4D97-22F4-F399D56F9927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04D9B0C-6A26-3873-C939-8A249E7A2FCC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A8749E3-57DE-89A3-6AD9-CB3E4256CA63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CB223A1-F032-1FC4-795B-74673484DA72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DCF6C99D-DC88-A14D-AEBE-9C6E9D94C010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FCDFB71-2B88-0BAF-42A6-0CF7B93B8ABE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446BA54-8E74-4E42-3C7E-2B517C892FE9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4D1082D-AED2-FCEC-8287-D8D95C0EBD20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99F49CBF-AA97-D51C-6F96-C6DBFCFAE219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AAC7C62B-C469-CE9C-9221-A51B24126320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F0E4030C-27DA-79A3-0B48-486DB3A9D9EB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028B027-70E0-6228-F62B-CDEAD6B5CF1F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15AC2F-0E41-9CDA-3DFB-3D6C28FC5FD7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CBFFE28-2FCE-4BBF-A6B7-C16210CD653F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8BA017D-FF45-9CCF-80BF-57A6E31F2E09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899F676-E539-D9A7-9C76-27128B0D5036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0EA8B5D-F3B8-AB4F-AB1D-BE23B69C7CDB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D12D5B1-0AEE-0CC1-3F86-09BCBD805A1C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FD97BB6-8ABB-4C8D-D1C7-790735A7F8AE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21D0491-3085-E4BE-A67F-33E8F4494E27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1415BA4-541E-92A4-62E1-8C08FFFA444C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E8BB250-BDAB-C7F4-F4F0-162FAACE34A4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4F731AE-5DD9-118B-0C79-221EB2AE5D0B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FCFFF1A-17F2-5C18-5E6A-4B16F7B2525E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C16ED2F2-DE85-DD5C-B0F1-0272CF5D55B9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98A7C9-C6B3-E4BD-BC70-B8BDF348794B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6C58B3C-0540-9D5C-A963-F96BA80443F9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F8B6E96-FE35-32EC-6E3A-EA7FEFE12C8F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D55FB9A-B6B7-3866-8BAB-168FAAA8E158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AC45C7B-41DC-7C41-FC26-3BF84A1A071F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E46124A-5DA1-7B95-93A2-86E69542CADA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529C53D-F7DE-2562-A8CA-C07539EBF865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F68E91-0931-F563-2DBE-9A1388DF5ECF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4110E-98AF-DB61-CC35-E04FFC21D770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E9755-F0F2-4A90-BB91-DED5A5A99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AAEF88-28CF-2D7A-4C3C-C889E852AD0F}"/>
              </a:ext>
            </a:extLst>
          </p:cNvPr>
          <p:cNvSpPr txBox="1"/>
          <p:nvPr/>
        </p:nvSpPr>
        <p:spPr>
          <a:xfrm>
            <a:off x="1719544" y="258585"/>
            <a:ext cx="7292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P07: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SFS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F8A16A3-0000-D582-3209-7B6C72252637}"/>
              </a:ext>
            </a:extLst>
          </p:cNvPr>
          <p:cNvSpPr/>
          <p:nvPr/>
        </p:nvSpPr>
        <p:spPr>
          <a:xfrm>
            <a:off x="6890794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346351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C2BCB-6819-834F-8A5F-85054EAD7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9A18B4-0E33-5CF6-0219-6E1F60590EEC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4C82FB-87EC-2971-71E3-EFC5350D2271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3F4EFA4-AB9F-2305-C751-7C7DB8C546F3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8E340B-8838-3467-201B-8FBDFDBC701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50A2839-0768-2A70-65BC-FC0224C071DC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713E0D5-1BA7-DF80-CD4E-91B2B14B88D7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E8EEFF4-CD80-60F0-CCB7-65CA92411AE1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D5F6FC4-CB62-6A97-F68A-FD2001D70490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7741C75-3BFC-FBEA-7DBB-FF020037E473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7453EBE-78B7-E699-B525-5C5F05BB4FC1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A28187-8683-C99A-A963-A498BAEF44D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437129-8B65-6CAF-1602-6E42B81952A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450CFF-A81B-6BB8-B707-A61608D8D85C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604F1C2-FAB2-B13C-5A34-F5F251441753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BA1996F-4AFA-A942-C29F-3FBCA12CED6A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E75D3B4-EE12-37E1-6E1C-695F8F07B52F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DFA7DF-8048-A137-56C7-B4E78AF3B3D3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D4AFB73-2CDA-2D6B-5EAD-F94AC5EF4B97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BBA909DA-02DC-D983-7D62-FBFE7E351B10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4606084-1E95-8597-FD8E-BC91C8A3FBEF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AC5023-9093-92C0-8BF5-732E6FAECF36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838C7C03-E36E-FD8F-A7F9-71B73EF58D7A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019EE83-606E-533E-326D-886CAB28142B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34EF50F-A5D4-09B1-D50C-F933CE7F4A54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A82985A-9FD0-8C0B-132A-84BC9A252884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66629071-B98A-2CE0-9300-AC91C53435BB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3EFB7B45-180D-0926-4DA7-9AC5BAECF3FD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B1CEB0F-99EE-D3E4-BBE7-B742AEA8425A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F55F994-EFCD-0CAE-5449-898E5128C125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0393091-8E9B-37CB-FE3A-D289F98CBB8B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89FEA7D9-CD91-3D9C-64E0-797795BB51EA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4A2706D-4754-F8E0-C735-9D77ABA22BE2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90E90BE7-9729-F90D-721A-7158301F07BE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0BD10B-0E0E-24FB-017A-FBDCA42E8FDD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96C91E2-121B-5C69-899D-573E674595DC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ED425F9-ECDD-1CAA-C172-EDDF56254133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80292D8-47AF-C59A-9DAB-4E65F1344681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655983-C54C-56BF-7840-4F5B1A50C107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D3A4B38-766B-6DE4-B134-D3291DD19194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233C1F6A-FE10-B8CE-6F01-7FB7490FDA0D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272FDC-CBFE-7C61-C673-AF72C40165F8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D8EE0C3-EDF3-A0FC-AE8F-91ADD802B5F0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4B47D38-2BC2-BC3C-9363-21F06828AFE4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20A907D-E175-B665-DEE0-EB4223FE2802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C96DF47-2B33-2910-9C91-3AA952AC6E9D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1151FB13-E0E3-1866-82F0-C54F963FD4D3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7084C94-FBF4-C4C7-8ADB-B31ACDA0CD71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4092B84-3293-506B-9405-FBD0C9E3415A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9885B29-2900-4621-4E13-0089CE8BC3A8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BA2B72C2-9F27-A791-4113-1CA9098D0CC0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2D8EF33-05E6-6ACA-E997-FB2EAB3F82B8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3E50773-D018-73C4-E27F-BAB31CBC5BEF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C6BDCFC-AF17-0C31-BF76-99E5DD27C496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B8E3283-6ED5-5949-D87F-D395346CB768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E8000-4304-912A-7DB2-6192D9633F46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C849A-0006-7899-6BB9-94848DCEDE68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514881-976D-6B0B-9419-8C303EA62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4BDBD4-53BA-B8B0-DC97-2C5A7A791C64}"/>
              </a:ext>
            </a:extLst>
          </p:cNvPr>
          <p:cNvSpPr txBox="1"/>
          <p:nvPr/>
        </p:nvSpPr>
        <p:spPr>
          <a:xfrm>
            <a:off x="1719544" y="258585"/>
            <a:ext cx="90043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P08: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Exhaustiva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C80B18-8902-4727-E807-4CF9B1B99557}"/>
              </a:ext>
            </a:extLst>
          </p:cNvPr>
          <p:cNvSpPr/>
          <p:nvPr/>
        </p:nvSpPr>
        <p:spPr>
          <a:xfrm>
            <a:off x="6890794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262637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96A35-444B-676D-AEC2-037EF467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ECB123-F443-C075-B97E-EA4A5EAF7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A35482-DDB4-17DF-83B4-3361CC3E9168}"/>
              </a:ext>
            </a:extLst>
          </p:cNvPr>
          <p:cNvSpPr txBox="1"/>
          <p:nvPr/>
        </p:nvSpPr>
        <p:spPr>
          <a:xfrm>
            <a:off x="1719544" y="258585"/>
            <a:ext cx="90043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P08: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Exhaustiva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489B7C-C67D-6F8C-F2A9-5E34F46D6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962" y="1122113"/>
            <a:ext cx="10301288" cy="505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837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81F3-84D7-5561-4263-1F648E03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287E38-6CC9-903C-1E54-68C7F55FE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631A-B950-712F-3E23-1F95E5001635}"/>
              </a:ext>
            </a:extLst>
          </p:cNvPr>
          <p:cNvSpPr txBox="1"/>
          <p:nvPr/>
        </p:nvSpPr>
        <p:spPr>
          <a:xfrm>
            <a:off x="1719544" y="258585"/>
            <a:ext cx="4019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0642BC0-A84B-C975-5361-42BEA08C2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637"/>
            <a:ext cx="6594475" cy="5314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836483-54DD-AB92-6F7F-4B9057E8F21F}"/>
              </a:ext>
            </a:extLst>
          </p:cNvPr>
          <p:cNvSpPr txBox="1"/>
          <p:nvPr/>
        </p:nvSpPr>
        <p:spPr>
          <a:xfrm>
            <a:off x="7358063" y="1728788"/>
            <a:ext cx="41456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D</a:t>
            </a:r>
            <a:r>
              <a:rPr lang="en-CL" dirty="0">
                <a:latin typeface="Gill Sans MT" panose="020B0502020104020203" pitchFamily="34" charset="77"/>
              </a:rPr>
              <a:t>efinir KNN con 1 vecino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Entrenar KNN con Xtrain_ex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Predecir ypred con Xtest_ex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Evaluar accuracy y matriz de confusión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657F3-4481-2D86-A257-0B583365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775" y="3208338"/>
            <a:ext cx="2535237" cy="297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7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1724</TotalTime>
  <Words>508</Words>
  <Application>Microsoft Macintosh PowerPoint</Application>
  <PresentationFormat>Widescreen</PresentationFormat>
  <Paragraphs>231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Courier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17</cp:revision>
  <dcterms:created xsi:type="dcterms:W3CDTF">2026-03-15T17:41:45Z</dcterms:created>
  <dcterms:modified xsi:type="dcterms:W3CDTF">2026-04-27T20:35:40Z</dcterms:modified>
</cp:coreProperties>
</file>