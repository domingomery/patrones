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2" r:id="rId3"/>
    <p:sldId id="286" r:id="rId4"/>
    <p:sldId id="296" r:id="rId5"/>
    <p:sldId id="297" r:id="rId6"/>
    <p:sldId id="298" r:id="rId7"/>
    <p:sldId id="299" r:id="rId8"/>
    <p:sldId id="301" r:id="rId9"/>
    <p:sldId id="300" r:id="rId10"/>
    <p:sldId id="302" r:id="rId11"/>
    <p:sldId id="303" r:id="rId12"/>
    <p:sldId id="304" r:id="rId13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F32"/>
    <a:srgbClr val="E97109"/>
    <a:srgbClr val="FAA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56" d="100"/>
          <a:sy n="56" d="100"/>
        </p:scale>
        <p:origin x="1952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DE5E-55A9-4294-B1A7-FA88147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BE524-8C7A-677E-2AAE-5A387FB0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459A-09CF-03F0-14AB-5274BA06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322A-B205-1058-AE0B-3EEE0BEE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4827-C436-AC52-ED20-6EF4BF1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6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4409-A185-580E-ED3B-B7E1F08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FB1F-E49F-4694-41E8-BA577730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A413-B554-E83E-5A7F-FDAF22B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933A-A6BD-37B3-9FE8-767C0FC6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D29D-BCA1-58A5-8A6F-42077969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24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A0B-2BD8-B999-3689-9D09364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3DF1B-EFB7-6C75-56BD-3E75EC48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A97A-AF5B-99BA-B318-2960B0B3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0668-6DE5-70D6-23F2-FE9EE8DD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FB3-1E4E-D99F-EADB-698B78A6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11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1A2-F974-CFD0-6598-06501A5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B71A-7A5B-DCCF-CB23-B6D213A5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9ED-B6B1-FDB3-095E-8A02D996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1D5D-CE22-7188-448E-6182C09C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5D405-AA2E-5668-8441-E24673A4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EFD-052C-B216-265B-9B33AE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11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4C2-D3B7-DAB8-41AD-767E4F88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2493-6057-314E-0A8D-BD66DC5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FED0-27DD-A87C-41CA-C901B930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AC5C-C572-B821-68A7-687E140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17D0-C8AA-DC6F-FC05-86DFE519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840C2-375F-A6F9-56FF-898166F2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FFD30-D97A-7238-6838-13AAF89C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36ADF-57FB-9337-2A3C-1FAEA70D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606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3082-C63D-2AF5-ED7B-D2E8F04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7DAA3-0F2A-3AAE-22FA-8E7D901D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4A8BF-7EEF-3BC7-4F79-7CE76BB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46D1-EBAF-1E02-CDCD-A7B6F1F7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420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94E9-67C8-7526-D2D8-5753D1F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7342-9B22-759D-81F2-8BB6FFF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46257-A788-C842-2611-65B9F0E7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97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528-7AC3-CC57-057B-A2688154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D0D7-62C0-6D60-182A-0D6E9EDC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A12B-5630-38F6-FE64-42EA385D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A2DD-DE82-C181-0BE8-BBCE2FB8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771D7-6CFC-C213-B69F-BCB8717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0C0F9-5373-B9DB-E792-13300EC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823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1D38-EBF2-9CAC-24A5-1F91A3FA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FC596-6D61-7BCE-F920-51B7C044D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56F6-EA55-3FAC-48F1-4BC89E11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69A15-BC42-8055-FE41-C7D9AD8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0FF8-CCCB-6E78-D2E6-476979E7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A882B-EBB7-9274-5597-81A51508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10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532-667D-39D7-AE25-78D3F69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673-AE3C-8484-A105-DF436DFF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E8C8-89F1-B084-59E9-D399D3AB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86F4-E164-46C5-EFE8-AC9244D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FED7-C0F0-555E-0F20-89B31EB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16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ECC9-F167-6F8D-6226-2F00F7DC8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4B10-9FA3-8779-D6C8-E6A7469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DA57-B739-9294-C406-F45051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EEC-B37C-772B-F971-0B7A96BE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F241-78E5-2A3D-170E-00D0E4E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2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D90E7-15E2-A391-8EAE-5532972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1BE8-6943-1ABD-B0AC-0F91CC12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5C33-D3A2-8D8B-8D79-CC72C8DE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AB6E-FDAA-194A-A92E-EE902A211754}" type="datetimeFigureOut">
              <a:rPr lang="en-CL" smtClean="0"/>
              <a:t>04-04-26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4A84-524E-1127-C5EE-881DEC10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2EB-4E2C-517D-4F20-A234C2F5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67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025777"/>
            <a:ext cx="1036373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Ejercicio E03:	Segmentación y </a:t>
            </a:r>
          </a:p>
          <a:p>
            <a:r>
              <a:rPr lang="es-ES_tradnl" sz="4400" noProof="1">
                <a:latin typeface="Gill Sans MT" panose="020B0502020104020203" pitchFamily="34" charset="77"/>
              </a:rPr>
              <a:t>				Características Geométricas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1I)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1EB57-8093-6940-1FA0-CA2BDA8F5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592267" y="4833695"/>
            <a:ext cx="2030604" cy="5775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7C48A2-8E9C-46CF-FB98-0DB1C5D3808A}"/>
              </a:ext>
            </a:extLst>
          </p:cNvPr>
          <p:cNvSpPr/>
          <p:nvPr/>
        </p:nvSpPr>
        <p:spPr>
          <a:xfrm>
            <a:off x="7535880" y="4509371"/>
            <a:ext cx="1828800" cy="12043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Reconocedor</a:t>
            </a: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de Cubiertos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B0F443-E953-76CC-2BD8-26AAD92658D4}"/>
              </a:ext>
            </a:extLst>
          </p:cNvPr>
          <p:cNvSpPr txBox="1"/>
          <p:nvPr/>
        </p:nvSpPr>
        <p:spPr>
          <a:xfrm>
            <a:off x="9891687" y="493780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‘Cuchara’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6F5786-339F-341E-6B81-2B06D9A474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38810" y="4925403"/>
            <a:ext cx="0" cy="3941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865AA6-719A-D151-77BF-164267E230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80964" y="4926817"/>
            <a:ext cx="0" cy="3941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D75BEA-4D66-FAD8-6B71-03ED237E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7466C-8519-F823-F921-752112937A4D}"/>
              </a:ext>
            </a:extLst>
          </p:cNvPr>
          <p:cNvSpPr txBox="1"/>
          <p:nvPr/>
        </p:nvSpPr>
        <p:spPr>
          <a:xfrm>
            <a:off x="1719544" y="258585"/>
            <a:ext cx="82333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Reconocedor de Cubiertos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E57981-1B21-3E58-D75A-A258363127D8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1B43EA-673C-441B-E475-4C803952871A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E82CD-249B-59FC-E180-46E467C18F87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C6E8CC-F85C-D227-3F2A-C9D7E1C2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82" y="1492376"/>
            <a:ext cx="4239096" cy="12057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7EB0B5-27ED-025C-78D2-5C1ECC112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13" y="4363687"/>
            <a:ext cx="4248665" cy="1205702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8717555-5B71-6E37-D4FF-A1AD0D0E0915}"/>
              </a:ext>
            </a:extLst>
          </p:cNvPr>
          <p:cNvSpPr/>
          <p:nvPr/>
        </p:nvSpPr>
        <p:spPr>
          <a:xfrm>
            <a:off x="2389030" y="3092218"/>
            <a:ext cx="1828800" cy="8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Segmentación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03831D-2CC5-56E3-0F67-91B88D1E89C2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3303430" y="2698078"/>
            <a:ext cx="0" cy="3941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7EC278-D47C-4631-DE5D-BAF00BFE16E2}"/>
              </a:ext>
            </a:extLst>
          </p:cNvPr>
          <p:cNvCxnSpPr/>
          <p:nvPr/>
        </p:nvCxnSpPr>
        <p:spPr>
          <a:xfrm>
            <a:off x="3298645" y="3969547"/>
            <a:ext cx="0" cy="3941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6BCD072-6D8F-AED7-F3C5-05E9DBDA4F40}"/>
              </a:ext>
            </a:extLst>
          </p:cNvPr>
          <p:cNvSpPr/>
          <p:nvPr/>
        </p:nvSpPr>
        <p:spPr>
          <a:xfrm>
            <a:off x="6332593" y="3919188"/>
            <a:ext cx="1828800" cy="8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Descriptores</a:t>
            </a: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de Fourier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0DDE102-08AA-16E0-2663-585532434343}"/>
              </a:ext>
            </a:extLst>
          </p:cNvPr>
          <p:cNvSpPr/>
          <p:nvPr/>
        </p:nvSpPr>
        <p:spPr>
          <a:xfrm>
            <a:off x="6332593" y="5124682"/>
            <a:ext cx="1828800" cy="8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Momentos</a:t>
            </a: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de Hu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84AE172-A63A-3A46-CF42-2B8BAD1D45B6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 flipV="1">
            <a:off x="5422978" y="4357853"/>
            <a:ext cx="909615" cy="608685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FE6FC8D-E1D6-460D-D3B1-C0B269302A65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5422978" y="4966538"/>
            <a:ext cx="909615" cy="596809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6CC859F-8A1E-4592-9615-219F001831BA}"/>
              </a:ext>
            </a:extLst>
          </p:cNvPr>
          <p:cNvCxnSpPr>
            <a:cxnSpLocks/>
            <a:stCxn id="20" idx="3"/>
            <a:endCxn id="29" idx="1"/>
          </p:cNvCxnSpPr>
          <p:nvPr/>
        </p:nvCxnSpPr>
        <p:spPr>
          <a:xfrm>
            <a:off x="8161393" y="4357853"/>
            <a:ext cx="862159" cy="60973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74ED409-4B2D-59CA-EF78-5ABD27D45F26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8161393" y="4967585"/>
            <a:ext cx="862159" cy="59576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5A4CA83-2C9D-9F90-2EEA-6EB6B14D7FD9}"/>
              </a:ext>
            </a:extLst>
          </p:cNvPr>
          <p:cNvSpPr/>
          <p:nvPr/>
        </p:nvSpPr>
        <p:spPr>
          <a:xfrm>
            <a:off x="9023552" y="4528920"/>
            <a:ext cx="1828800" cy="8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62B35-2442-5E42-92DF-21EE71257031}"/>
              </a:ext>
            </a:extLst>
          </p:cNvPr>
          <p:cNvSpPr txBox="1"/>
          <p:nvPr/>
        </p:nvSpPr>
        <p:spPr>
          <a:xfrm>
            <a:off x="9269614" y="5949699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‘Cuchara’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9608DE-D54F-D8C8-5C06-65988A6362BF}"/>
              </a:ext>
            </a:extLst>
          </p:cNvPr>
          <p:cNvCxnSpPr/>
          <p:nvPr/>
        </p:nvCxnSpPr>
        <p:spPr>
          <a:xfrm>
            <a:off x="9931815" y="5413918"/>
            <a:ext cx="0" cy="3941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125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78DA-1F9D-A933-5B42-097AF21F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4C99A-D6B5-E6FD-4EF7-A9A70308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97312-F631-88E6-607C-737F5ED04E8E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028C0-6767-8E7C-280C-7589C97B7E86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EFCA6-CAC0-20B4-58DD-F2E6E6805D87}"/>
              </a:ext>
            </a:extLst>
          </p:cNvPr>
          <p:cNvSpPr txBox="1"/>
          <p:nvPr/>
        </p:nvSpPr>
        <p:spPr>
          <a:xfrm>
            <a:off x="3534727" y="337593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b="1" dirty="0">
                <a:solidFill>
                  <a:srgbClr val="E97109"/>
                </a:solidFill>
              </a:rPr>
              <a:t>PASO INICIAL : Cargar Balu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7E9DA-2BA4-88A0-3CCE-48F7A3EE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6" y="1191786"/>
            <a:ext cx="10245421" cy="4474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3BB62-D680-D03B-9B23-1A18FCE7DB70}"/>
              </a:ext>
            </a:extLst>
          </p:cNvPr>
          <p:cNvSpPr txBox="1"/>
          <p:nvPr/>
        </p:nvSpPr>
        <p:spPr>
          <a:xfrm>
            <a:off x="959458" y="5834919"/>
            <a:ext cx="10642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Esta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usará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para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extraen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características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geometricas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basadas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descriptores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 Fourier y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momentos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 Hu.</a:t>
            </a:r>
            <a:endParaRPr lang="en-CL" sz="20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1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5E84-514A-1244-B465-F4C6EDBB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967161-9A34-F4EE-16A2-266771A2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009C8-FD2F-79D1-0CBB-9EDC114061B6}"/>
              </a:ext>
            </a:extLst>
          </p:cNvPr>
          <p:cNvSpPr txBox="1"/>
          <p:nvPr/>
        </p:nvSpPr>
        <p:spPr>
          <a:xfrm>
            <a:off x="1719544" y="258585"/>
            <a:ext cx="6442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P01: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Datos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E9E53-44AA-52AA-7C09-5DC7D57F8884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10A391-EC2F-C22D-CAA0-91D1816F9113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DB2F-EED2-FC65-C7EB-135846599AD1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8D16889-0C5B-3298-2696-B7BBA4F3A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28" y="1290180"/>
            <a:ext cx="11174932" cy="1077487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56C3FFC-7DBF-E959-7463-91778E80D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127" y="1815960"/>
            <a:ext cx="12211524" cy="968800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59C7C64-FA80-F7E6-F3DD-407A83F83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636" y="2478900"/>
            <a:ext cx="12211524" cy="9800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EDD4EB-BB46-1EB4-AA5C-A2B1D12B8D5B}"/>
              </a:ext>
            </a:extLst>
          </p:cNvPr>
          <p:cNvSpPr txBox="1"/>
          <p:nvPr/>
        </p:nvSpPr>
        <p:spPr>
          <a:xfrm>
            <a:off x="2800393" y="2632264"/>
            <a:ext cx="5907386" cy="34163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C_x_nnn.png</a:t>
            </a:r>
          </a:p>
          <a:p>
            <a:pPr algn="ctr"/>
            <a:endParaRPr lang="en-CL" sz="5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x: 1, 2, 3</a:t>
            </a:r>
          </a:p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nnn: 001, … 100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2FD4A-BE01-013E-E9FA-056135975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1793" y="102943"/>
            <a:ext cx="3302000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03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DB09-7246-2F1B-D8A4-2B1150C6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8FBED9-F99C-6494-80D9-29F61CE8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1B507-05D3-D864-5EEC-BCEEF1384523}"/>
              </a:ext>
            </a:extLst>
          </p:cNvPr>
          <p:cNvSpPr txBox="1"/>
          <p:nvPr/>
        </p:nvSpPr>
        <p:spPr>
          <a:xfrm>
            <a:off x="1719544" y="258585"/>
            <a:ext cx="7383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P02: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Preprocesamiento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56E3F-9800-8179-4DA6-2B0015460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459" y="1353995"/>
            <a:ext cx="3367025" cy="5068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D658B7-D56B-A149-93BF-9E7023C3F5AB}"/>
              </a:ext>
            </a:extLst>
          </p:cNvPr>
          <p:cNvSpPr txBox="1"/>
          <p:nvPr/>
        </p:nvSpPr>
        <p:spPr>
          <a:xfrm>
            <a:off x="2915282" y="139296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IMAGEN ORIGINAL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CCB98-2BBF-7959-23D9-D803491324E2}"/>
              </a:ext>
            </a:extLst>
          </p:cNvPr>
          <p:cNvSpPr txBox="1"/>
          <p:nvPr/>
        </p:nvSpPr>
        <p:spPr>
          <a:xfrm>
            <a:off x="2633836" y="2662622"/>
            <a:ext cx="2582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IMAGEN SEGMENTADA</a:t>
            </a:r>
          </a:p>
          <a:p>
            <a:pPr algn="r"/>
            <a:r>
              <a:rPr lang="en-CL" sz="2000" dirty="0">
                <a:latin typeface="Consolas" panose="020B0609020204030204" pitchFamily="49" charset="0"/>
                <a:cs typeface="Consolas" panose="020B0609020204030204" pitchFamily="49" charset="0"/>
              </a:rPr>
              <a:t>(usar Otsu)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BE375-D0F1-661A-54F2-FA189322AF2D}"/>
              </a:ext>
            </a:extLst>
          </p:cNvPr>
          <p:cNvSpPr txBox="1"/>
          <p:nvPr/>
        </p:nvSpPr>
        <p:spPr>
          <a:xfrm>
            <a:off x="2633834" y="3951776"/>
            <a:ext cx="2582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IMAGEN RELLENADA</a:t>
            </a:r>
          </a:p>
          <a:p>
            <a:pPr algn="r"/>
            <a:r>
              <a:rPr lang="en-CL" sz="2000" dirty="0">
                <a:latin typeface="Consolas" panose="020B0609020204030204" pitchFamily="49" charset="0"/>
                <a:cs typeface="Consolas" panose="020B0609020204030204" pitchFamily="49" charset="0"/>
              </a:rPr>
              <a:t>(usar morfología)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9E8113-DC2C-C9B3-CAA2-0CF1E21D901A}"/>
              </a:ext>
            </a:extLst>
          </p:cNvPr>
          <p:cNvSpPr txBox="1"/>
          <p:nvPr/>
        </p:nvSpPr>
        <p:spPr>
          <a:xfrm>
            <a:off x="786064" y="5230272"/>
            <a:ext cx="4432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L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IMAGEN SIN REGIONES PEQUEÑAS</a:t>
            </a:r>
          </a:p>
          <a:p>
            <a:pPr algn="r"/>
            <a:r>
              <a:rPr lang="en-CL" sz="2000" dirty="0">
                <a:latin typeface="Consolas" panose="020B0609020204030204" pitchFamily="49" charset="0"/>
                <a:cs typeface="Consolas" panose="020B0609020204030204" pitchFamily="49" charset="0"/>
              </a:rPr>
              <a:t>(usar morfología)</a:t>
            </a:r>
          </a:p>
        </p:txBody>
      </p:sp>
    </p:spTree>
    <p:extLst>
      <p:ext uri="{BB962C8B-B14F-4D97-AF65-F5344CB8AC3E}">
        <p14:creationId xmlns:p14="http://schemas.microsoft.com/office/powerpoint/2010/main" val="3569385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78A1-BD48-61A2-8B0B-EDAD968C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5EFF02-3AE9-B94E-4DB6-0444F141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BE6E2-194C-FF50-1934-163F4B590DA6}"/>
              </a:ext>
            </a:extLst>
          </p:cNvPr>
          <p:cNvSpPr txBox="1"/>
          <p:nvPr/>
        </p:nvSpPr>
        <p:spPr>
          <a:xfrm>
            <a:off x="1719544" y="258585"/>
            <a:ext cx="9842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P03: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Geométricas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F8BC20-3462-2DAA-BFE2-37404199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4" y="1336299"/>
            <a:ext cx="3891795" cy="52631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684A0E-C91B-60F4-B1A1-D06E0485F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810" y="3012819"/>
            <a:ext cx="14526380" cy="211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5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8594-4C6A-2C05-587C-00F286D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AF4B5-896D-9C60-0B2D-5C63D9A7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15729-9FEB-E567-48E9-2AA9C8EECF8D}"/>
              </a:ext>
            </a:extLst>
          </p:cNvPr>
          <p:cNvSpPr txBox="1"/>
          <p:nvPr/>
        </p:nvSpPr>
        <p:spPr>
          <a:xfrm>
            <a:off x="1719544" y="258585"/>
            <a:ext cx="9435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 para toda la BD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CFAA4-EE24-6503-5CB2-C75FC910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53" y="1168400"/>
            <a:ext cx="5245100" cy="568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368D63-4500-F83C-75A1-B84F93F54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326" y="2717800"/>
            <a:ext cx="66929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63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54C5-76E2-7BB7-8711-EB5B2C99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F59CA2-1546-5BC2-68BE-8F70E3FC6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8A4FDB-4E36-C1B4-DB4D-55D52BCBE6B3}"/>
              </a:ext>
            </a:extLst>
          </p:cNvPr>
          <p:cNvSpPr txBox="1"/>
          <p:nvPr/>
        </p:nvSpPr>
        <p:spPr>
          <a:xfrm>
            <a:off x="1719544" y="258585"/>
            <a:ext cx="9435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 para toda la BD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A058D7-03B5-6A59-A8F5-BF42C5C6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042" y="1122113"/>
            <a:ext cx="5713915" cy="5745425"/>
          </a:xfrm>
          <a:prstGeom prst="rect">
            <a:avLst/>
          </a:prstGeom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D241E733-760C-97CB-2022-B4D58E5723D3}"/>
              </a:ext>
            </a:extLst>
          </p:cNvPr>
          <p:cNvSpPr/>
          <p:nvPr/>
        </p:nvSpPr>
        <p:spPr>
          <a:xfrm>
            <a:off x="2679406" y="1850065"/>
            <a:ext cx="144758" cy="14789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31683-DE4D-D082-B2F9-DE48C83AAD7A}"/>
              </a:ext>
            </a:extLst>
          </p:cNvPr>
          <p:cNvSpPr txBox="1"/>
          <p:nvPr/>
        </p:nvSpPr>
        <p:spPr>
          <a:xfrm>
            <a:off x="1600264" y="2484030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100 filas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6BB8194-111A-8E42-0DE9-45E8CB5F33C9}"/>
              </a:ext>
            </a:extLst>
          </p:cNvPr>
          <p:cNvSpPr/>
          <p:nvPr/>
        </p:nvSpPr>
        <p:spPr>
          <a:xfrm>
            <a:off x="2679406" y="3529013"/>
            <a:ext cx="144758" cy="14789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07909-2596-5AA0-CEF4-17ABE2A9302D}"/>
              </a:ext>
            </a:extLst>
          </p:cNvPr>
          <p:cNvSpPr txBox="1"/>
          <p:nvPr/>
        </p:nvSpPr>
        <p:spPr>
          <a:xfrm>
            <a:off x="1600264" y="4162978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100 filas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07FFCBA-9A48-BEF0-33B9-D32D965B626F}"/>
              </a:ext>
            </a:extLst>
          </p:cNvPr>
          <p:cNvSpPr/>
          <p:nvPr/>
        </p:nvSpPr>
        <p:spPr>
          <a:xfrm>
            <a:off x="2679406" y="5276134"/>
            <a:ext cx="144758" cy="14789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99142-0381-0AD6-712C-A0D9724425E8}"/>
              </a:ext>
            </a:extLst>
          </p:cNvPr>
          <p:cNvSpPr txBox="1"/>
          <p:nvPr/>
        </p:nvSpPr>
        <p:spPr>
          <a:xfrm>
            <a:off x="1600264" y="5910099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100 filas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B589EB2D-35CE-6780-B947-33305E076252}"/>
              </a:ext>
            </a:extLst>
          </p:cNvPr>
          <p:cNvSpPr/>
          <p:nvPr/>
        </p:nvSpPr>
        <p:spPr>
          <a:xfrm rot="10800000">
            <a:off x="9299509" y="1850063"/>
            <a:ext cx="290543" cy="49049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BEE4A-EF2D-C63E-D16B-29867DF2F59E}"/>
              </a:ext>
            </a:extLst>
          </p:cNvPr>
          <p:cNvSpPr txBox="1"/>
          <p:nvPr/>
        </p:nvSpPr>
        <p:spPr>
          <a:xfrm>
            <a:off x="9613913" y="4040950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latin typeface="Consolas" panose="020B0609020204030204" pitchFamily="49" charset="0"/>
                <a:cs typeface="Consolas" panose="020B0609020204030204" pitchFamily="49" charset="0"/>
              </a:rPr>
              <a:t>Clasificación</a:t>
            </a:r>
          </a:p>
          <a:p>
            <a:r>
              <a:rPr lang="es-419" sz="1400" dirty="0">
                <a:latin typeface="Consolas" panose="020B0609020204030204" pitchFamily="49" charset="0"/>
                <a:cs typeface="Consolas" panose="020B0609020204030204" pitchFamily="49" charset="0"/>
              </a:rPr>
              <a:t>Ideal</a:t>
            </a:r>
            <a:endParaRPr lang="en-C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0FF84-83CB-455C-B581-E96AB7366787}"/>
              </a:ext>
            </a:extLst>
          </p:cNvPr>
          <p:cNvSpPr txBox="1"/>
          <p:nvPr/>
        </p:nvSpPr>
        <p:spPr>
          <a:xfrm>
            <a:off x="4255478" y="2336472"/>
            <a:ext cx="35365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T E N E D O R E 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6237D5-C020-2F7F-C75B-2447DB4B9B5D}"/>
              </a:ext>
            </a:extLst>
          </p:cNvPr>
          <p:cNvSpPr txBox="1"/>
          <p:nvPr/>
        </p:nvSpPr>
        <p:spPr>
          <a:xfrm>
            <a:off x="4162236" y="4040950"/>
            <a:ext cx="35365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C U C H I L L O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85ABF-68EE-8F05-4DE7-3823AF32932D}"/>
              </a:ext>
            </a:extLst>
          </p:cNvPr>
          <p:cNvSpPr txBox="1"/>
          <p:nvPr/>
        </p:nvSpPr>
        <p:spPr>
          <a:xfrm>
            <a:off x="4407560" y="5778529"/>
            <a:ext cx="31422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C U C H A R A S</a:t>
            </a:r>
          </a:p>
        </p:txBody>
      </p:sp>
    </p:spTree>
    <p:extLst>
      <p:ext uri="{BB962C8B-B14F-4D97-AF65-F5344CB8AC3E}">
        <p14:creationId xmlns:p14="http://schemas.microsoft.com/office/powerpoint/2010/main" val="680078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81F3-84D7-5561-4263-1F648E03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87E38-6CC9-903C-1E54-68C7F55F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631A-B950-712F-3E23-1F95E5001635}"/>
              </a:ext>
            </a:extLst>
          </p:cNvPr>
          <p:cNvSpPr txBox="1"/>
          <p:nvPr/>
        </p:nvSpPr>
        <p:spPr>
          <a:xfrm>
            <a:off x="1719544" y="258585"/>
            <a:ext cx="8082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Training/Testing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C65826-8DF8-2AED-5558-43D630F6C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042" y="1122113"/>
            <a:ext cx="5713915" cy="5745425"/>
          </a:xfrm>
          <a:prstGeom prst="rect">
            <a:avLst/>
          </a:prstGeom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7F59E5A2-15EB-B1D6-BB8F-8F5E39B9DCA5}"/>
              </a:ext>
            </a:extLst>
          </p:cNvPr>
          <p:cNvSpPr/>
          <p:nvPr/>
        </p:nvSpPr>
        <p:spPr>
          <a:xfrm>
            <a:off x="2679406" y="1850065"/>
            <a:ext cx="144758" cy="12082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FABE4-652A-5FC7-2492-7F2B54B22781}"/>
              </a:ext>
            </a:extLst>
          </p:cNvPr>
          <p:cNvSpPr txBox="1"/>
          <p:nvPr/>
        </p:nvSpPr>
        <p:spPr>
          <a:xfrm>
            <a:off x="1202720" y="2192929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80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training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F0279E3-EE12-E59C-1973-95644643E369}"/>
              </a:ext>
            </a:extLst>
          </p:cNvPr>
          <p:cNvSpPr/>
          <p:nvPr/>
        </p:nvSpPr>
        <p:spPr>
          <a:xfrm rot="10800000">
            <a:off x="9299509" y="1850063"/>
            <a:ext cx="290543" cy="49049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2E8A90-6509-166C-FBE0-B2F67C17C2CE}"/>
              </a:ext>
            </a:extLst>
          </p:cNvPr>
          <p:cNvSpPr txBox="1"/>
          <p:nvPr/>
        </p:nvSpPr>
        <p:spPr>
          <a:xfrm>
            <a:off x="9613913" y="4040950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latin typeface="Consolas" panose="020B0609020204030204" pitchFamily="49" charset="0"/>
                <a:cs typeface="Consolas" panose="020B0609020204030204" pitchFamily="49" charset="0"/>
              </a:rPr>
              <a:t>Clasificación</a:t>
            </a:r>
          </a:p>
          <a:p>
            <a:r>
              <a:rPr lang="es-419" sz="1400" dirty="0">
                <a:latin typeface="Consolas" panose="020B0609020204030204" pitchFamily="49" charset="0"/>
                <a:cs typeface="Consolas" panose="020B0609020204030204" pitchFamily="49" charset="0"/>
              </a:rPr>
              <a:t>Ideal</a:t>
            </a:r>
            <a:endParaRPr lang="en-C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951A08-1019-B73B-6E1D-B4D6D046A0BD}"/>
              </a:ext>
            </a:extLst>
          </p:cNvPr>
          <p:cNvSpPr txBox="1"/>
          <p:nvPr/>
        </p:nvSpPr>
        <p:spPr>
          <a:xfrm>
            <a:off x="4255478" y="2336472"/>
            <a:ext cx="35365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T E N E D O R E 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0EE99-5886-9BB6-14DF-D4FAB16156A8}"/>
              </a:ext>
            </a:extLst>
          </p:cNvPr>
          <p:cNvSpPr txBox="1"/>
          <p:nvPr/>
        </p:nvSpPr>
        <p:spPr>
          <a:xfrm>
            <a:off x="4162236" y="4040950"/>
            <a:ext cx="35365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C U C H I L L O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F89A79-8061-A473-92CF-1B4D0B94D2F6}"/>
              </a:ext>
            </a:extLst>
          </p:cNvPr>
          <p:cNvSpPr txBox="1"/>
          <p:nvPr/>
        </p:nvSpPr>
        <p:spPr>
          <a:xfrm>
            <a:off x="4407560" y="5778529"/>
            <a:ext cx="31422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C U C H A R A 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BDEAF047-F545-3677-E018-29BC06E4F703}"/>
              </a:ext>
            </a:extLst>
          </p:cNvPr>
          <p:cNvSpPr/>
          <p:nvPr/>
        </p:nvSpPr>
        <p:spPr>
          <a:xfrm>
            <a:off x="2679406" y="3106534"/>
            <a:ext cx="144758" cy="3077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86BD0C-E20C-07F5-FBCA-A787680CC4A3}"/>
              </a:ext>
            </a:extLst>
          </p:cNvPr>
          <p:cNvSpPr txBox="1"/>
          <p:nvPr/>
        </p:nvSpPr>
        <p:spPr>
          <a:xfrm>
            <a:off x="1302105" y="2967727"/>
            <a:ext cx="1377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20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testing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5506BD11-420A-C5AF-6E6C-82A5666802F6}"/>
              </a:ext>
            </a:extLst>
          </p:cNvPr>
          <p:cNvSpPr/>
          <p:nvPr/>
        </p:nvSpPr>
        <p:spPr>
          <a:xfrm>
            <a:off x="2679407" y="3530336"/>
            <a:ext cx="144758" cy="12082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E77343-A9AD-887E-F48C-9458EBDFC473}"/>
              </a:ext>
            </a:extLst>
          </p:cNvPr>
          <p:cNvSpPr txBox="1"/>
          <p:nvPr/>
        </p:nvSpPr>
        <p:spPr>
          <a:xfrm>
            <a:off x="1202721" y="3873200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80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training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1725EACD-012C-E0E9-B2EB-DAE3B3982662}"/>
              </a:ext>
            </a:extLst>
          </p:cNvPr>
          <p:cNvSpPr/>
          <p:nvPr/>
        </p:nvSpPr>
        <p:spPr>
          <a:xfrm>
            <a:off x="2679407" y="4786805"/>
            <a:ext cx="144758" cy="3077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6D398-8BB5-69E7-7EE3-CDD884BABB62}"/>
              </a:ext>
            </a:extLst>
          </p:cNvPr>
          <p:cNvSpPr txBox="1"/>
          <p:nvPr/>
        </p:nvSpPr>
        <p:spPr>
          <a:xfrm>
            <a:off x="1302106" y="4647998"/>
            <a:ext cx="1377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20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testing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CA7B8182-E0B1-0A23-FACB-B098A9074976}"/>
              </a:ext>
            </a:extLst>
          </p:cNvPr>
          <p:cNvSpPr/>
          <p:nvPr/>
        </p:nvSpPr>
        <p:spPr>
          <a:xfrm>
            <a:off x="2679407" y="5211095"/>
            <a:ext cx="144758" cy="12082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82C06-E54B-2D24-41A8-B60E6934FEA5}"/>
              </a:ext>
            </a:extLst>
          </p:cNvPr>
          <p:cNvSpPr txBox="1"/>
          <p:nvPr/>
        </p:nvSpPr>
        <p:spPr>
          <a:xfrm>
            <a:off x="1202721" y="5553959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80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training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13B7D949-32C4-AE5E-FF35-CAF597E712F7}"/>
              </a:ext>
            </a:extLst>
          </p:cNvPr>
          <p:cNvSpPr/>
          <p:nvPr/>
        </p:nvSpPr>
        <p:spPr>
          <a:xfrm>
            <a:off x="2679407" y="6467564"/>
            <a:ext cx="144758" cy="3077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11436F-CD0A-F45C-9943-5AD57B24A55C}"/>
              </a:ext>
            </a:extLst>
          </p:cNvPr>
          <p:cNvSpPr txBox="1"/>
          <p:nvPr/>
        </p:nvSpPr>
        <p:spPr>
          <a:xfrm>
            <a:off x="1302106" y="6328757"/>
            <a:ext cx="1377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20 filas</a:t>
            </a:r>
          </a:p>
          <a:p>
            <a:pPr algn="r"/>
            <a:r>
              <a:rPr lang="en-CL" sz="1400" dirty="0">
                <a:latin typeface="Consolas" panose="020B0609020204030204" pitchFamily="49" charset="0"/>
                <a:cs typeface="Consolas" panose="020B0609020204030204" pitchFamily="49" charset="0"/>
              </a:rPr>
              <a:t>para testing</a:t>
            </a:r>
          </a:p>
        </p:txBody>
      </p:sp>
    </p:spTree>
    <p:extLst>
      <p:ext uri="{BB962C8B-B14F-4D97-AF65-F5344CB8AC3E}">
        <p14:creationId xmlns:p14="http://schemas.microsoft.com/office/powerpoint/2010/main" val="1781175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9215-2399-0E6A-ACFA-2B2E303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2E2D98-E59C-5CE3-3347-36784C535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A1DE8C-4629-F18A-5DFD-77897409D000}"/>
              </a:ext>
            </a:extLst>
          </p:cNvPr>
          <p:cNvSpPr txBox="1"/>
          <p:nvPr/>
        </p:nvSpPr>
        <p:spPr>
          <a:xfrm>
            <a:off x="1719544" y="258585"/>
            <a:ext cx="781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y Análisis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A4EEF28-300E-4DEC-D987-5296A8D9A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195" y="1122608"/>
            <a:ext cx="7595135" cy="573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87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3026-5CAD-0888-46FE-ABDECF98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DE15A1-8D1D-616A-EC60-491CFA713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FF4933-CCCF-7EFA-B0E0-F22CD8807FE5}"/>
              </a:ext>
            </a:extLst>
          </p:cNvPr>
          <p:cNvSpPr txBox="1"/>
          <p:nvPr/>
        </p:nvSpPr>
        <p:spPr>
          <a:xfrm>
            <a:off x="1719544" y="258585"/>
            <a:ext cx="888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P07: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del Testing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C91AFB-21FE-314A-F271-1B74E27E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195" y="1122608"/>
            <a:ext cx="7595135" cy="573539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51547D-6A1E-13E6-0BCF-108C43603119}"/>
              </a:ext>
            </a:extLst>
          </p:cNvPr>
          <p:cNvCxnSpPr/>
          <p:nvPr/>
        </p:nvCxnSpPr>
        <p:spPr>
          <a:xfrm>
            <a:off x="7406640" y="1303020"/>
            <a:ext cx="0" cy="5349240"/>
          </a:xfrm>
          <a:prstGeom prst="line">
            <a:avLst/>
          </a:prstGeom>
          <a:ln w="666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38C703-9FC4-64FC-8A49-D78280A944F1}"/>
              </a:ext>
            </a:extLst>
          </p:cNvPr>
          <p:cNvCxnSpPr>
            <a:cxnSpLocks/>
          </p:cNvCxnSpPr>
          <p:nvPr/>
        </p:nvCxnSpPr>
        <p:spPr>
          <a:xfrm>
            <a:off x="2491740" y="3429000"/>
            <a:ext cx="4914900" cy="0"/>
          </a:xfrm>
          <a:prstGeom prst="line">
            <a:avLst/>
          </a:prstGeom>
          <a:ln w="666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50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1E5F-A18C-4E22-43C8-AE8C0899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9DE733-4F18-DF0F-23D9-65ED6759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1B5698-C94E-A847-FA09-0C6EAA005D52}"/>
              </a:ext>
            </a:extLst>
          </p:cNvPr>
          <p:cNvSpPr txBox="1"/>
          <p:nvPr/>
        </p:nvSpPr>
        <p:spPr>
          <a:xfrm>
            <a:off x="1719544" y="258585"/>
            <a:ext cx="5614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E03 &gt; P08: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A7D7D-2FF9-7C27-2588-5A83B7F1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625" y="1122113"/>
            <a:ext cx="6508750" cy="52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46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297</Words>
  <Application>Microsoft Macintosh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9</cp:revision>
  <dcterms:created xsi:type="dcterms:W3CDTF">2026-03-15T17:41:45Z</dcterms:created>
  <dcterms:modified xsi:type="dcterms:W3CDTF">2026-04-05T13:44:05Z</dcterms:modified>
</cp:coreProperties>
</file>