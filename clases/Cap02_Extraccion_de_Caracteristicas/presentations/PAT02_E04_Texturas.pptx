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2" r:id="rId3"/>
    <p:sldId id="286" r:id="rId4"/>
    <p:sldId id="296" r:id="rId5"/>
    <p:sldId id="297" r:id="rId6"/>
    <p:sldId id="298" r:id="rId7"/>
    <p:sldId id="299" r:id="rId8"/>
    <p:sldId id="300" r:id="rId9"/>
    <p:sldId id="302" r:id="rId10"/>
    <p:sldId id="303" r:id="rId11"/>
    <p:sldId id="304" r:id="rId12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82B"/>
    <a:srgbClr val="E97F32"/>
    <a:srgbClr val="E97109"/>
    <a:srgbClr val="FAA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6"/>
    <p:restoredTop sz="94645"/>
  </p:normalViewPr>
  <p:slideViewPr>
    <p:cSldViewPr snapToGrid="0">
      <p:cViewPr varScale="1">
        <p:scale>
          <a:sx n="112" d="100"/>
          <a:sy n="112" d="100"/>
        </p:scale>
        <p:origin x="208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DE5E-55A9-4294-B1A7-FA8814752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BE524-8C7A-677E-2AAE-5A387FB02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C459A-09CF-03F0-14AB-5274BA06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C322A-B205-1058-AE0B-3EEE0BEE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4827-C436-AC52-ED20-6EF4BF1C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464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4409-A185-580E-ED3B-B7E1F08B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FB1F-E49F-4694-41E8-BA577730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BA413-B554-E83E-5A7F-FDAF22BF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8933A-A6BD-37B3-9FE8-767C0FC6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D29D-BCA1-58A5-8A6F-42077969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2242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0A0B-2BD8-B999-3689-9D093643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3DF1B-EFB7-6C75-56BD-3E75EC48E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7A97A-AF5B-99BA-B318-2960B0B3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80668-6DE5-70D6-23F2-FE9EE8DD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43FB3-1E4E-D99F-EADB-698B78A6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117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E1A2-F974-CFD0-6598-06501A52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B71A-7A5B-DCCF-CB23-B6D213A53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059ED-B6B1-FDB3-095E-8A02D9962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11D5D-CE22-7188-448E-6182C09C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5D405-AA2E-5668-8441-E24673A4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4BEFD-052C-B216-265B-9B33AE76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111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44C2-D3B7-DAB8-41AD-767E4F88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2493-6057-314E-0A8D-BD66DC5E1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0FED0-27DD-A87C-41CA-C901B930E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6AC5C-C572-B821-68A7-687E140AA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917D0-C8AA-DC6F-FC05-86DFE519E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840C2-375F-A6F9-56FF-898166F2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FFD30-D97A-7238-6838-13AAF89C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36ADF-57FB-9337-2A3C-1FAEA70D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606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3082-C63D-2AF5-ED7B-D2E8F048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7DAA3-0F2A-3AAE-22FA-8E7D901D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C4A8BF-7EEF-3BC7-4F79-7CE76BB5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646D1-EBAF-1E02-CDCD-A7B6F1F7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4208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494E9-67C8-7526-D2D8-5753D1FE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7342-9B22-759D-81F2-8BB6FFFA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46257-A788-C842-2611-65B9F0E7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397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7528-7AC3-CC57-057B-A2688154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4D0D7-62C0-6D60-182A-0D6E9EDCC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BA12B-5630-38F6-FE64-42EA385D6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A2DD-DE82-C181-0BE8-BBCE2FB8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771D7-6CFC-C213-B69F-BCB8717C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0C0F9-5373-B9DB-E792-13300EC1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7823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1D38-EBF2-9CAC-24A5-1F91A3FA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FC596-6D61-7BCE-F920-51B7C044D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156F6-EA55-3FAC-48F1-4BC89E11C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69A15-BC42-8055-FE41-C7D9AD81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20FF8-CCCB-6E78-D2E6-476979E7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A882B-EBB7-9274-5597-81A51508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0100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4532-667D-39D7-AE25-78D3F691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1673-AE3C-8484-A105-DF436DFF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9E8C8-89F1-B084-59E9-D399D3AB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486F4-E164-46C5-EFE8-AC9244DB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BFED7-C0F0-555E-0F20-89B31EBE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716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4ECC9-F167-6F8D-6226-2F00F7DC8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4B10-9FA3-8779-D6C8-E6A74699F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DA57-B739-9294-C406-F45051BE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CEEC-B37C-772B-F971-0B7A96BE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4F241-78E5-2A3D-170E-00D0E4ED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9262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D90E7-15E2-A391-8EAE-55329726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31BE8-6943-1ABD-B0AC-0F91CC12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B5C33-D3A2-8D8B-8D79-CC72C8DEE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1AB6E-FDAA-194A-A92E-EE902A211754}" type="datetimeFigureOut">
              <a:rPr lang="en-CL" smtClean="0"/>
              <a:t>14-04-26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24A84-524E-1127-C5EE-881DEC10C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B2EB-4E2C-517D-4F20-A234C2F54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0679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025777"/>
            <a:ext cx="58372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Ejercicio E04:	Texturas</a:t>
            </a:r>
          </a:p>
          <a:p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1I)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 descr="A collage of images of different textures&#10;&#10;AI-generated content may be incorrect.">
            <a:extLst>
              <a:ext uri="{FF2B5EF4-FFF2-40B4-BE49-F238E27FC236}">
                <a16:creationId xmlns:a16="http://schemas.microsoft.com/office/drawing/2014/main" id="{079B3FDE-69D4-11EF-40E2-027DA3C0E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566" y="2795963"/>
            <a:ext cx="3459471" cy="354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D75BEA-4D66-FAD8-6B71-03ED237E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57466C-8519-F823-F921-752112937A4D}"/>
              </a:ext>
            </a:extLst>
          </p:cNvPr>
          <p:cNvSpPr txBox="1"/>
          <p:nvPr/>
        </p:nvSpPr>
        <p:spPr>
          <a:xfrm>
            <a:off x="1719544" y="258585"/>
            <a:ext cx="7940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Reconocedor de Texturas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E57981-1B21-3E58-D75A-A258363127D8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1B43EA-673C-441B-E475-4C803952871A}"/>
              </a:ext>
            </a:extLst>
          </p:cNvPr>
          <p:cNvSpPr txBox="1"/>
          <p:nvPr/>
        </p:nvSpPr>
        <p:spPr>
          <a:xfrm>
            <a:off x="1105627" y="8748854"/>
            <a:ext cx="2210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X</a:t>
            </a:r>
          </a:p>
          <a:p>
            <a:pPr algn="ctr"/>
            <a:endParaRPr lang="en-C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1000 x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1E82CD-249B-59FC-E180-46E467C18F87}"/>
              </a:ext>
            </a:extLst>
          </p:cNvPr>
          <p:cNvSpPr txBox="1"/>
          <p:nvPr/>
        </p:nvSpPr>
        <p:spPr>
          <a:xfrm>
            <a:off x="7784300" y="8748854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Yk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274581D-6AD5-ED96-8082-31B475766EEF}"/>
              </a:ext>
            </a:extLst>
          </p:cNvPr>
          <p:cNvSpPr/>
          <p:nvPr/>
        </p:nvSpPr>
        <p:spPr>
          <a:xfrm>
            <a:off x="6538488" y="3079079"/>
            <a:ext cx="2237874" cy="1515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CLASIFICADOR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37BFCEC-93D5-4B7F-9BBA-2F593119BAAF}"/>
              </a:ext>
            </a:extLst>
          </p:cNvPr>
          <p:cNvCxnSpPr/>
          <p:nvPr/>
        </p:nvCxnSpPr>
        <p:spPr>
          <a:xfrm>
            <a:off x="6237699" y="3848167"/>
            <a:ext cx="300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852CBBB-9E70-69BA-7BEE-9FF2CD073F70}"/>
              </a:ext>
            </a:extLst>
          </p:cNvPr>
          <p:cNvCxnSpPr/>
          <p:nvPr/>
        </p:nvCxnSpPr>
        <p:spPr>
          <a:xfrm>
            <a:off x="8776362" y="3848167"/>
            <a:ext cx="300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39FCE45-8ED5-048D-65B3-A55B8571D6AA}"/>
              </a:ext>
            </a:extLst>
          </p:cNvPr>
          <p:cNvSpPr txBox="1"/>
          <p:nvPr/>
        </p:nvSpPr>
        <p:spPr>
          <a:xfrm>
            <a:off x="9266642" y="3555779"/>
            <a:ext cx="2670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200" dirty="0">
                <a:latin typeface="Consolas" panose="020B0609020204030204" pitchFamily="49" charset="0"/>
                <a:cs typeface="Consolas" panose="020B0609020204030204" pitchFamily="49" charset="0"/>
              </a:rPr>
              <a:t>0, 1, 2, 3 </a:t>
            </a:r>
          </a:p>
        </p:txBody>
      </p:sp>
      <p:pic>
        <p:nvPicPr>
          <p:cNvPr id="11" name="Picture 10" descr="Blur blurry image of a person's face&#10;&#10;AI-generated content may be incorrect.">
            <a:extLst>
              <a:ext uri="{FF2B5EF4-FFF2-40B4-BE49-F238E27FC236}">
                <a16:creationId xmlns:a16="http://schemas.microsoft.com/office/drawing/2014/main" id="{0B0E170D-A0E9-B3F1-565E-53B5DD346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30" y="1818019"/>
            <a:ext cx="1905000" cy="1905000"/>
          </a:xfrm>
          <a:prstGeom prst="rect">
            <a:avLst/>
          </a:prstGeom>
        </p:spPr>
      </p:pic>
      <p:pic>
        <p:nvPicPr>
          <p:cNvPr id="12" name="Picture 11" descr="A close-up of a pile of rocks&#10;&#10;AI-generated content may be incorrect.">
            <a:extLst>
              <a:ext uri="{FF2B5EF4-FFF2-40B4-BE49-F238E27FC236}">
                <a16:creationId xmlns:a16="http://schemas.microsoft.com/office/drawing/2014/main" id="{A03B6A81-843F-7565-AEDC-917432AFC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992" y="1818019"/>
            <a:ext cx="1905000" cy="1905000"/>
          </a:xfrm>
          <a:prstGeom prst="rect">
            <a:avLst/>
          </a:prstGeom>
        </p:spPr>
      </p:pic>
      <p:pic>
        <p:nvPicPr>
          <p:cNvPr id="14" name="Picture 13" descr="A close up of a black and white photo&#10;&#10;AI-generated content may be incorrect.">
            <a:extLst>
              <a:ext uri="{FF2B5EF4-FFF2-40B4-BE49-F238E27FC236}">
                <a16:creationId xmlns:a16="http://schemas.microsoft.com/office/drawing/2014/main" id="{9FA9019C-FB31-1E04-4C55-2BE775769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30" y="3966621"/>
            <a:ext cx="1905000" cy="1905000"/>
          </a:xfrm>
          <a:prstGeom prst="rect">
            <a:avLst/>
          </a:prstGeom>
        </p:spPr>
      </p:pic>
      <p:pic>
        <p:nvPicPr>
          <p:cNvPr id="17" name="Picture 16" descr="A black and white image&#10;&#10;AI-generated content may be incorrect.">
            <a:extLst>
              <a:ext uri="{FF2B5EF4-FFF2-40B4-BE49-F238E27FC236}">
                <a16:creationId xmlns:a16="http://schemas.microsoft.com/office/drawing/2014/main" id="{294A019A-3F98-04A0-678E-0D5E32207E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8992" y="3980106"/>
            <a:ext cx="1905000" cy="190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693111F-7EF8-747C-D415-595B7DEF3C0B}"/>
              </a:ext>
            </a:extLst>
          </p:cNvPr>
          <p:cNvSpPr txBox="1"/>
          <p:nvPr/>
        </p:nvSpPr>
        <p:spPr>
          <a:xfrm>
            <a:off x="2413415" y="1849834"/>
            <a:ext cx="499311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s-ES_tradnl" sz="4400" noProof="1">
                <a:latin typeface="Gill Sans MT" panose="020B0502020104020203" pitchFamily="34" charset="77"/>
                <a:cs typeface="Trebuchet MS"/>
              </a:rPr>
              <a:t>1</a:t>
            </a:r>
            <a:endParaRPr lang="en-CL" sz="4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D0508F-ABF4-7982-FBC1-ED63ACD1A086}"/>
              </a:ext>
            </a:extLst>
          </p:cNvPr>
          <p:cNvSpPr txBox="1"/>
          <p:nvPr/>
        </p:nvSpPr>
        <p:spPr>
          <a:xfrm>
            <a:off x="2398459" y="4030531"/>
            <a:ext cx="499311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s-ES_tradnl" sz="4400" noProof="1">
                <a:latin typeface="Gill Sans MT" panose="020B0502020104020203" pitchFamily="34" charset="77"/>
              </a:rPr>
              <a:t>3</a:t>
            </a:r>
            <a:endParaRPr lang="en-CL" sz="4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E8430B-041F-EA64-BBF5-49B29A6C441A}"/>
              </a:ext>
            </a:extLst>
          </p:cNvPr>
          <p:cNvSpPr txBox="1"/>
          <p:nvPr/>
        </p:nvSpPr>
        <p:spPr>
          <a:xfrm>
            <a:off x="286187" y="3980106"/>
            <a:ext cx="499311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s-ES_tradnl" sz="4400" noProof="1">
                <a:latin typeface="Gill Sans MT" panose="020B0502020104020203" pitchFamily="34" charset="77"/>
              </a:rPr>
              <a:t>2</a:t>
            </a:r>
            <a:endParaRPr lang="en-CL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5FD6E7-E3D7-7DB2-4D17-B2E566F10128}"/>
              </a:ext>
            </a:extLst>
          </p:cNvPr>
          <p:cNvSpPr txBox="1"/>
          <p:nvPr/>
        </p:nvSpPr>
        <p:spPr>
          <a:xfrm>
            <a:off x="286187" y="1847102"/>
            <a:ext cx="499311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s-ES_tradnl" sz="4400" noProof="1">
                <a:latin typeface="Gill Sans MT" panose="020B0502020104020203" pitchFamily="34" charset="77"/>
                <a:cs typeface="Trebuchet MS"/>
              </a:rPr>
              <a:t>0</a:t>
            </a:r>
            <a:endParaRPr lang="en-CL" sz="4400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2F2A123-5284-CC82-9748-040F36D196AD}"/>
              </a:ext>
            </a:extLst>
          </p:cNvPr>
          <p:cNvSpPr/>
          <p:nvPr/>
        </p:nvSpPr>
        <p:spPr>
          <a:xfrm>
            <a:off x="4674593" y="3079079"/>
            <a:ext cx="1563106" cy="1515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HARALICK</a:t>
            </a: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GABOR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7D74D5-5F77-8973-5B4E-13E2B5AAB9B2}"/>
              </a:ext>
            </a:extLst>
          </p:cNvPr>
          <p:cNvCxnSpPr/>
          <p:nvPr/>
        </p:nvCxnSpPr>
        <p:spPr>
          <a:xfrm>
            <a:off x="4336711" y="3848167"/>
            <a:ext cx="300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125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78DA-1F9D-A933-5B42-097AF21F6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F4C99A-D6B5-E6FD-4EF7-A9A703081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97312-F631-88E6-607C-737F5ED04E8E}"/>
              </a:ext>
            </a:extLst>
          </p:cNvPr>
          <p:cNvSpPr txBox="1"/>
          <p:nvPr/>
        </p:nvSpPr>
        <p:spPr>
          <a:xfrm>
            <a:off x="1719544" y="258585"/>
            <a:ext cx="1096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0028C0-6767-8E7C-280C-7589C97B7E86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AEFCA6-CAC0-20B4-58DD-F2E6E6805D87}"/>
              </a:ext>
            </a:extLst>
          </p:cNvPr>
          <p:cNvSpPr txBox="1"/>
          <p:nvPr/>
        </p:nvSpPr>
        <p:spPr>
          <a:xfrm>
            <a:off x="3534727" y="337593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200" b="1" dirty="0">
                <a:solidFill>
                  <a:srgbClr val="E97109"/>
                </a:solidFill>
              </a:rPr>
              <a:t>PASO INICIAL : Cargar Balu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47E9DA-2BA4-88A0-3CCE-48F7A3EE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6" y="1191786"/>
            <a:ext cx="10245421" cy="44744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C3BB62-D680-D03B-9B23-1A18FCE7DB70}"/>
              </a:ext>
            </a:extLst>
          </p:cNvPr>
          <p:cNvSpPr txBox="1"/>
          <p:nvPr/>
        </p:nvSpPr>
        <p:spPr>
          <a:xfrm>
            <a:off x="959458" y="5834919"/>
            <a:ext cx="10642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Esta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librería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usará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para las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funciones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extraen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las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características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geometricas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basadas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Haralick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 Gabor.</a:t>
            </a:r>
            <a:endParaRPr lang="en-CL" sz="20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513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95E84-514A-1244-B465-F4C6EDBB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937CB3-624D-4A7C-096F-518B1D3F03FC}"/>
              </a:ext>
            </a:extLst>
          </p:cNvPr>
          <p:cNvSpPr/>
          <p:nvPr/>
        </p:nvSpPr>
        <p:spPr>
          <a:xfrm>
            <a:off x="194619" y="1243584"/>
            <a:ext cx="8236149" cy="5355831"/>
          </a:xfrm>
          <a:prstGeom prst="rect">
            <a:avLst/>
          </a:prstGeom>
          <a:solidFill>
            <a:srgbClr val="2328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67161-9A34-F4EE-16A2-266771A2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009C8-FD2F-79D1-0CBB-9EDC114061B6}"/>
              </a:ext>
            </a:extLst>
          </p:cNvPr>
          <p:cNvSpPr txBox="1"/>
          <p:nvPr/>
        </p:nvSpPr>
        <p:spPr>
          <a:xfrm>
            <a:off x="1719544" y="258585"/>
            <a:ext cx="6442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P01: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de Datos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6E9E53-44AA-52AA-7C09-5DC7D57F8884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10A391-EC2F-C22D-CAA0-91D1816F9113}"/>
              </a:ext>
            </a:extLst>
          </p:cNvPr>
          <p:cNvSpPr txBox="1"/>
          <p:nvPr/>
        </p:nvSpPr>
        <p:spPr>
          <a:xfrm>
            <a:off x="1105627" y="8748854"/>
            <a:ext cx="2210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X</a:t>
            </a:r>
          </a:p>
          <a:p>
            <a:pPr algn="ctr"/>
            <a:endParaRPr lang="en-C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1000 x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34DB2F-EED2-FC65-C7EB-135846599AD1}"/>
              </a:ext>
            </a:extLst>
          </p:cNvPr>
          <p:cNvSpPr txBox="1"/>
          <p:nvPr/>
        </p:nvSpPr>
        <p:spPr>
          <a:xfrm>
            <a:off x="7784300" y="8748854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Yk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2FD4A-BE01-013E-E9FA-0561359754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75597" y="161620"/>
            <a:ext cx="2721384" cy="6616700"/>
          </a:xfrm>
          <a:prstGeom prst="rect">
            <a:avLst/>
          </a:prstGeom>
        </p:spPr>
      </p:pic>
      <p:pic>
        <p:nvPicPr>
          <p:cNvPr id="5" name="Picture 4" descr="A close up of a barcode&#10;&#10;AI-generated content may be incorrect.">
            <a:extLst>
              <a:ext uri="{FF2B5EF4-FFF2-40B4-BE49-F238E27FC236}">
                <a16:creationId xmlns:a16="http://schemas.microsoft.com/office/drawing/2014/main" id="{5C0C9540-AD0F-D3DC-DA0E-5FF3A4B1E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33" y="5206734"/>
            <a:ext cx="7772400" cy="1093893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DEA520-CB9F-1931-60A6-C6B192D1E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933" y="3983228"/>
            <a:ext cx="7772400" cy="1068073"/>
          </a:xfrm>
          <a:prstGeom prst="rect">
            <a:avLst/>
          </a:prstGeom>
        </p:spPr>
      </p:pic>
      <p:pic>
        <p:nvPicPr>
          <p:cNvPr id="14" name="Picture 13" descr="A close up of rocks&#10;&#10;AI-generated content may be incorrect.">
            <a:extLst>
              <a:ext uri="{FF2B5EF4-FFF2-40B4-BE49-F238E27FC236}">
                <a16:creationId xmlns:a16="http://schemas.microsoft.com/office/drawing/2014/main" id="{C31F14B3-9893-A80F-2377-2098787E33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933" y="2735317"/>
            <a:ext cx="7772400" cy="1119630"/>
          </a:xfrm>
          <a:prstGeom prst="rect">
            <a:avLst/>
          </a:prstGeom>
        </p:spPr>
      </p:pic>
      <p:pic>
        <p:nvPicPr>
          <p:cNvPr id="16" name="Picture 15" descr="A close up of a person's teeth&#10;&#10;AI-generated content may be incorrect.">
            <a:extLst>
              <a:ext uri="{FF2B5EF4-FFF2-40B4-BE49-F238E27FC236}">
                <a16:creationId xmlns:a16="http://schemas.microsoft.com/office/drawing/2014/main" id="{A735096A-C785-CC8E-C0E2-C576D3C5A3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933" y="1553070"/>
            <a:ext cx="7772400" cy="10967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EDD4EB-BB46-1EB4-AA5C-A2B1D12B8D5B}"/>
              </a:ext>
            </a:extLst>
          </p:cNvPr>
          <p:cNvSpPr txBox="1"/>
          <p:nvPr/>
        </p:nvSpPr>
        <p:spPr>
          <a:xfrm>
            <a:off x="1503197" y="2016393"/>
            <a:ext cx="5907386" cy="34163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L" sz="5400" dirty="0">
                <a:latin typeface="Consolas" panose="020B0609020204030204" pitchFamily="49" charset="0"/>
                <a:cs typeface="Consolas" panose="020B0609020204030204" pitchFamily="49" charset="0"/>
              </a:rPr>
              <a:t>T_x_nnn.png</a:t>
            </a:r>
          </a:p>
          <a:p>
            <a:pPr algn="ctr"/>
            <a:endParaRPr lang="en-CL" sz="5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CL" sz="5400" dirty="0">
                <a:latin typeface="Consolas" panose="020B0609020204030204" pitchFamily="49" charset="0"/>
                <a:cs typeface="Consolas" panose="020B0609020204030204" pitchFamily="49" charset="0"/>
              </a:rPr>
              <a:t>x: 1, 2, 3, 4</a:t>
            </a:r>
          </a:p>
          <a:p>
            <a:pPr algn="ctr"/>
            <a:r>
              <a:rPr lang="en-CL" sz="5400" dirty="0">
                <a:latin typeface="Consolas" panose="020B0609020204030204" pitchFamily="49" charset="0"/>
                <a:cs typeface="Consolas" panose="020B0609020204030204" pitchFamily="49" charset="0"/>
              </a:rPr>
              <a:t>nnn: 001, … 025</a:t>
            </a:r>
          </a:p>
        </p:txBody>
      </p:sp>
    </p:spTree>
    <p:extLst>
      <p:ext uri="{BB962C8B-B14F-4D97-AF65-F5344CB8AC3E}">
        <p14:creationId xmlns:p14="http://schemas.microsoft.com/office/powerpoint/2010/main" val="1309103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DB09-7246-2F1B-D8A4-2B1150C6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8FBED9-F99C-6494-80D9-29F61CE82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81B507-05D3-D864-5EEC-BCEEF1384523}"/>
              </a:ext>
            </a:extLst>
          </p:cNvPr>
          <p:cNvSpPr txBox="1"/>
          <p:nvPr/>
        </p:nvSpPr>
        <p:spPr>
          <a:xfrm>
            <a:off x="1719544" y="258585"/>
            <a:ext cx="93506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P03: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Carga de la Base de Datos</a:t>
            </a:r>
          </a:p>
        </p:txBody>
      </p:sp>
      <p:pic>
        <p:nvPicPr>
          <p:cNvPr id="2" name="Picture 1" descr="A collage of images of different textures&#10;&#10;AI-generated content may be incorrect.">
            <a:extLst>
              <a:ext uri="{FF2B5EF4-FFF2-40B4-BE49-F238E27FC236}">
                <a16:creationId xmlns:a16="http://schemas.microsoft.com/office/drawing/2014/main" id="{A18605EE-AE80-E73A-08EE-7A8F00062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278" y="1259771"/>
            <a:ext cx="4976322" cy="510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85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78A1-BD48-61A2-8B0B-EDAD968C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5EFF02-3AE9-B94E-4DB6-0444F1413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3BE6E2-194C-FF50-1934-163F4B590DA6}"/>
              </a:ext>
            </a:extLst>
          </p:cNvPr>
          <p:cNvSpPr txBox="1"/>
          <p:nvPr/>
        </p:nvSpPr>
        <p:spPr>
          <a:xfrm>
            <a:off x="1719544" y="258585"/>
            <a:ext cx="92885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P03: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 de Textura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C2E2E5-B7ED-A5E3-5383-AA6A1DC0C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16" y="2026133"/>
            <a:ext cx="3354727" cy="329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table of numbers with numbers&#10;&#10;AI-generated content may be incorrect.">
            <a:extLst>
              <a:ext uri="{FF2B5EF4-FFF2-40B4-BE49-F238E27FC236}">
                <a16:creationId xmlns:a16="http://schemas.microsoft.com/office/drawing/2014/main" id="{D087C456-2F32-AF88-F0C8-8341FE47D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0128" y="1233222"/>
            <a:ext cx="7772400" cy="494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5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8594-4C6A-2C05-587C-00F286D8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white text&#10;&#10;AI-generated content may be incorrect.">
            <a:extLst>
              <a:ext uri="{FF2B5EF4-FFF2-40B4-BE49-F238E27FC236}">
                <a16:creationId xmlns:a16="http://schemas.microsoft.com/office/drawing/2014/main" id="{CD9D9138-BBA4-B398-3F51-6705781BC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966471"/>
            <a:ext cx="7772400" cy="59136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DAF4B5-896D-9C60-0B2D-5C63D9A7F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B15729-9FEB-E567-48E9-2AA9C8EECF8D}"/>
              </a:ext>
            </a:extLst>
          </p:cNvPr>
          <p:cNvSpPr txBox="1"/>
          <p:nvPr/>
        </p:nvSpPr>
        <p:spPr>
          <a:xfrm>
            <a:off x="1719544" y="258585"/>
            <a:ext cx="94355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P04: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Extracción para toda la BD</a:t>
            </a:r>
          </a:p>
        </p:txBody>
      </p:sp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E2D98B7-E00F-71F1-A1C8-92BD95B2B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2641563"/>
            <a:ext cx="7772400" cy="15748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0663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81F3-84D7-5561-4263-1F648E03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287E38-6CC9-903C-1E54-68C7F55FE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8631A-B950-712F-3E23-1F95E5001635}"/>
              </a:ext>
            </a:extLst>
          </p:cNvPr>
          <p:cNvSpPr txBox="1"/>
          <p:nvPr/>
        </p:nvSpPr>
        <p:spPr>
          <a:xfrm>
            <a:off x="1719544" y="258585"/>
            <a:ext cx="8082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P05: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 Training/Testing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8E047-2295-8594-ACC8-B719C9C53CD8}"/>
              </a:ext>
            </a:extLst>
          </p:cNvPr>
          <p:cNvSpPr txBox="1"/>
          <p:nvPr/>
        </p:nvSpPr>
        <p:spPr>
          <a:xfrm>
            <a:off x="1173017" y="2432304"/>
            <a:ext cx="984596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Xtrain : las 20 primeras filas de cada clase de X</a:t>
            </a:r>
          </a:p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Xtest  : las últimas 5 filas de cada clase de X</a:t>
            </a:r>
          </a:p>
          <a:p>
            <a:endParaRPr lang="en-CL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ytrain : 20 ceros, 20 unos, 20 dos y 20 tres</a:t>
            </a:r>
          </a:p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ytest  :  5 ceros,  5 unos,  5 dos y  5 tres</a:t>
            </a:r>
          </a:p>
          <a:p>
            <a:endParaRPr lang="en-CL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175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9215-2399-0E6A-ACFA-2B2E3033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2E2D98-E59C-5CE3-3347-36784C535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A1DE8C-4629-F18A-5DFD-77897409D000}"/>
              </a:ext>
            </a:extLst>
          </p:cNvPr>
          <p:cNvSpPr txBox="1"/>
          <p:nvPr/>
        </p:nvSpPr>
        <p:spPr>
          <a:xfrm>
            <a:off x="1719544" y="258585"/>
            <a:ext cx="78199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P06: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Selección y Análisis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8BBF90-2616-C3FF-EB57-892474BBC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650" y="1003300"/>
            <a:ext cx="7378700" cy="585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087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3026-5CAD-0888-46FE-ABDECF98F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2EC3A51-E6E5-B9BB-0CA5-657DE1927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650" y="1003300"/>
            <a:ext cx="7378700" cy="585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DE15A1-8D1D-616A-EC60-491CFA713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FF4933-CCCF-7EFA-B0E0-F22CD8807FE5}"/>
              </a:ext>
            </a:extLst>
          </p:cNvPr>
          <p:cNvSpPr txBox="1"/>
          <p:nvPr/>
        </p:nvSpPr>
        <p:spPr>
          <a:xfrm>
            <a:off x="1719544" y="258585"/>
            <a:ext cx="8882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P07: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Clasificación del Testing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51547D-6A1E-13E6-0BCF-108C43603119}"/>
              </a:ext>
            </a:extLst>
          </p:cNvPr>
          <p:cNvCxnSpPr/>
          <p:nvPr/>
        </p:nvCxnSpPr>
        <p:spPr>
          <a:xfrm>
            <a:off x="7406640" y="1303020"/>
            <a:ext cx="0" cy="5349240"/>
          </a:xfrm>
          <a:prstGeom prst="line">
            <a:avLst/>
          </a:prstGeom>
          <a:ln w="666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259D65-B985-86D7-537F-A7119BAEDA5C}"/>
              </a:ext>
            </a:extLst>
          </p:cNvPr>
          <p:cNvCxnSpPr>
            <a:cxnSpLocks/>
          </p:cNvCxnSpPr>
          <p:nvPr/>
        </p:nvCxnSpPr>
        <p:spPr>
          <a:xfrm>
            <a:off x="7406640" y="3429000"/>
            <a:ext cx="2706624" cy="0"/>
          </a:xfrm>
          <a:prstGeom prst="line">
            <a:avLst/>
          </a:prstGeom>
          <a:ln w="666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EBCD62-1A3C-F31B-3D16-528E9C4EB9EC}"/>
              </a:ext>
            </a:extLst>
          </p:cNvPr>
          <p:cNvCxnSpPr>
            <a:cxnSpLocks/>
          </p:cNvCxnSpPr>
          <p:nvPr/>
        </p:nvCxnSpPr>
        <p:spPr>
          <a:xfrm>
            <a:off x="7406640" y="5007864"/>
            <a:ext cx="2706624" cy="0"/>
          </a:xfrm>
          <a:prstGeom prst="line">
            <a:avLst/>
          </a:prstGeom>
          <a:ln w="666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350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E1E5F-A18C-4E22-43C8-AE8C08996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9DE733-4F18-DF0F-23D9-65ED6759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1B5698-C94E-A847-FA09-0C6EAA005D52}"/>
              </a:ext>
            </a:extLst>
          </p:cNvPr>
          <p:cNvSpPr txBox="1"/>
          <p:nvPr/>
        </p:nvSpPr>
        <p:spPr>
          <a:xfrm>
            <a:off x="1719544" y="258585"/>
            <a:ext cx="56140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E04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P08: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9CDB941-B79C-ADE4-1CB7-864B8B301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712" y="1122113"/>
            <a:ext cx="6890575" cy="551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846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221</Words>
  <Application>Microsoft Macintosh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11</cp:revision>
  <dcterms:created xsi:type="dcterms:W3CDTF">2026-03-15T17:41:45Z</dcterms:created>
  <dcterms:modified xsi:type="dcterms:W3CDTF">2026-04-14T15:44:59Z</dcterms:modified>
</cp:coreProperties>
</file>